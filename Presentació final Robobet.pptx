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0" r:id="rId1"/>
  </p:sldMasterIdLst>
  <p:sldIdLst>
    <p:sldId id="256" r:id="rId2"/>
    <p:sldId id="262" r:id="rId3"/>
    <p:sldId id="261" r:id="rId4"/>
    <p:sldId id="258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96"/>
    <p:restoredTop sz="94670"/>
  </p:normalViewPr>
  <p:slideViewPr>
    <p:cSldViewPr snapToGrid="0" snapToObjects="1" showGuides="1">
      <p:cViewPr varScale="1">
        <p:scale>
          <a:sx n="71" d="100"/>
          <a:sy n="71" d="100"/>
        </p:scale>
        <p:origin x="175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s-ES_tradnl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432C8-69A7-458B-9684-2BFA64B31948}" type="datetime2">
              <a:rPr lang="en-US" smtClean="0"/>
              <a:t>Sunday, June 14,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6A3A3-94A6-4E5B-AF39-173ACA3E61CC}" type="datetime2">
              <a:rPr lang="en-US" smtClean="0"/>
              <a:t>Sunday, June 14,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s-ES_tradnl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3D019-A32C-4EAD-B8E6-DBDA699692FD}" type="datetime2">
              <a:rPr lang="en-US" smtClean="0"/>
              <a:t>Sunday, June 14,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BA98F-560C-4997-81C4-81D4D9187EAB}" type="datetime2">
              <a:rPr lang="en-US" smtClean="0"/>
              <a:t>Sunday, June 14,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972B2-CA5C-437D-87D0-8081271A9E4B}" type="datetime2">
              <a:rPr lang="en-US" smtClean="0"/>
              <a:t>Sunday, June 14,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D4847-11EF-4466-A8AD-85CDB7B49118}" type="datetime2">
              <a:rPr lang="en-US" smtClean="0"/>
              <a:t>Sunday, June 14,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457A-3AB9-4880-8A0C-9F8524491207}" type="datetime2">
              <a:rPr lang="en-US" smtClean="0"/>
              <a:t>Sunday, June 14,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s-ES_tradnl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76D3-5B7F-4300-ABED-C91F1B2AE209}" type="datetime2">
              <a:rPr lang="en-US" smtClean="0"/>
              <a:t>Sunday, June 14,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_tradnl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_tradnl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C1E59-17DD-41CE-97CA-624A472382D4}" type="datetime2">
              <a:rPr lang="en-US" smtClean="0"/>
              <a:t>Sunday, June 14,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057FC-95B6-4D89-AFDA-ABA33EE921E5}" type="datetime2">
              <a:rPr lang="en-US" smtClean="0"/>
              <a:t>Sunday, June 14,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s-ES_tradnl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549AC-EB31-477F-92A9-B1988E232878}" type="datetime2">
              <a:rPr lang="en-US" smtClean="0"/>
              <a:t>Sunday, June 14,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A80CB818-7379-467D-8E76-EF9D9074A26C}" type="datetime2">
              <a:rPr lang="en-US" smtClean="0"/>
              <a:t>Sunday, June 14,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0CFEC368-1D7A-4F81-ABF6-AE0E36BAF64C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rnaujane/RLP-ROBOBET.git" TargetMode="External"/><Relationship Id="rId2" Type="http://schemas.openxmlformats.org/officeDocument/2006/relationships/hyperlink" Target="https://uab-my.sharepoint.com/:v:/r/personal/1711338_uab_cat/Documents/Robobet.mp4?csf=1&amp;web=1&amp;nav=eyJyZWZlcnJhbEluZm8iOnsicmVmZXJyYWxBcHAiOiJPbmVEcml2ZUZvckJ1c2luZXNzIiwicmVmZXJyYWxBcHBQbGF0Zm9ybSI6IldlYiIsInJlZmVycmFsTW9kZSI6InZpZXciLCJyZWZlcnJhbFZpZXciOiJNeUZpbGVzTGlua0NvcHkifX0&amp;e=0HjJnn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7577" y="3054169"/>
            <a:ext cx="7848600" cy="1927225"/>
          </a:xfrm>
        </p:spPr>
        <p:txBody>
          <a:bodyPr/>
          <a:lstStyle/>
          <a:p>
            <a:r>
              <a:rPr lang="en-US" dirty="0"/>
              <a:t>ROBOBET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7577" y="4853519"/>
            <a:ext cx="3516019" cy="1752600"/>
          </a:xfrm>
        </p:spPr>
        <p:txBody>
          <a:bodyPr>
            <a:noAutofit/>
          </a:bodyPr>
          <a:lstStyle/>
          <a:p>
            <a:endParaRPr lang="en-US" sz="1400" dirty="0"/>
          </a:p>
          <a:p>
            <a:r>
              <a:rPr lang="en-US" sz="1400" dirty="0"/>
              <a:t>#Amin El Alam</a:t>
            </a:r>
          </a:p>
          <a:p>
            <a:r>
              <a:rPr lang="en-US" sz="1400" dirty="0"/>
              <a:t>#Roger Casanovas</a:t>
            </a:r>
          </a:p>
          <a:p>
            <a:r>
              <a:rPr lang="en-US" sz="1400" dirty="0"/>
              <a:t>#Ferran Fernandez</a:t>
            </a:r>
          </a:p>
          <a:p>
            <a:r>
              <a:rPr lang="en-US" sz="1400" dirty="0"/>
              <a:t>#Arnau </a:t>
            </a:r>
            <a:r>
              <a:rPr lang="en-US" sz="1400" dirty="0" err="1"/>
              <a:t>Jané</a:t>
            </a:r>
            <a:endParaRPr lang="en-US" sz="1400" dirty="0"/>
          </a:p>
          <a:p>
            <a:endParaRPr lang="en-US" sz="1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1302" y="6124050"/>
            <a:ext cx="3007964" cy="540864"/>
          </a:xfrm>
          <a:prstGeom prst="rect">
            <a:avLst/>
          </a:prstGeom>
        </p:spPr>
      </p:pic>
      <p:sp>
        <p:nvSpPr>
          <p:cNvPr id="7" name="Subtitle 2"/>
          <p:cNvSpPr txBox="1">
            <a:spLocks/>
          </p:cNvSpPr>
          <p:nvPr/>
        </p:nvSpPr>
        <p:spPr>
          <a:xfrm>
            <a:off x="3051671" y="3524007"/>
            <a:ext cx="2710409" cy="468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/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3556741" y="4981394"/>
            <a:ext cx="4629122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rgbClr val="55556F"/>
                </a:solidFill>
                <a:ea typeface="Arial"/>
              </a:rPr>
              <a:t>#Plataforma para </a:t>
            </a:r>
            <a:r>
              <a:rPr lang="en-US" sz="1800" dirty="0" err="1">
                <a:solidFill>
                  <a:srgbClr val="55556F"/>
                </a:solidFill>
                <a:ea typeface="Arial"/>
              </a:rPr>
              <a:t>apostar</a:t>
            </a:r>
            <a:r>
              <a:rPr lang="en-US" sz="1800" dirty="0">
                <a:solidFill>
                  <a:srgbClr val="55556F"/>
                </a:solidFill>
                <a:ea typeface="Arial"/>
              </a:rPr>
              <a:t> </a:t>
            </a:r>
            <a:r>
              <a:rPr lang="en-US" sz="1800" dirty="0" err="1">
                <a:solidFill>
                  <a:srgbClr val="55556F"/>
                </a:solidFill>
                <a:ea typeface="Arial"/>
              </a:rPr>
              <a:t>sobre</a:t>
            </a:r>
            <a:r>
              <a:rPr lang="en-US" sz="1800" dirty="0">
                <a:solidFill>
                  <a:srgbClr val="55556F"/>
                </a:solidFill>
                <a:ea typeface="Arial"/>
              </a:rPr>
              <a:t> la </a:t>
            </a:r>
            <a:r>
              <a:rPr lang="en-US" sz="1800" dirty="0" err="1">
                <a:solidFill>
                  <a:srgbClr val="55556F"/>
                </a:solidFill>
                <a:ea typeface="Arial"/>
              </a:rPr>
              <a:t>resolución</a:t>
            </a:r>
            <a:r>
              <a:rPr lang="en-US" sz="1800" dirty="0">
                <a:solidFill>
                  <a:srgbClr val="55556F"/>
                </a:solidFill>
                <a:ea typeface="Arial"/>
              </a:rPr>
              <a:t> de un </a:t>
            </a:r>
            <a:r>
              <a:rPr lang="en-US" sz="1800" dirty="0" err="1">
                <a:solidFill>
                  <a:srgbClr val="55556F"/>
                </a:solidFill>
                <a:ea typeface="Arial"/>
              </a:rPr>
              <a:t>laberinto</a:t>
            </a:r>
            <a:r>
              <a:rPr lang="en-US" sz="1800" dirty="0">
                <a:solidFill>
                  <a:srgbClr val="55556F"/>
                </a:solidFill>
                <a:ea typeface="Arial"/>
              </a:rPr>
              <a:t> </a:t>
            </a:r>
            <a:r>
              <a:rPr lang="en-US" sz="1800" dirty="0" err="1">
                <a:solidFill>
                  <a:srgbClr val="55556F"/>
                </a:solidFill>
                <a:ea typeface="Arial"/>
              </a:rPr>
              <a:t>donde</a:t>
            </a:r>
            <a:r>
              <a:rPr lang="en-US" sz="1800" dirty="0">
                <a:solidFill>
                  <a:srgbClr val="55556F"/>
                </a:solidFill>
                <a:ea typeface="Arial"/>
              </a:rPr>
              <a:t> </a:t>
            </a:r>
            <a:r>
              <a:rPr lang="en-US" sz="1800" dirty="0" err="1">
                <a:solidFill>
                  <a:srgbClr val="55556F"/>
                </a:solidFill>
                <a:ea typeface="Arial"/>
              </a:rPr>
              <a:t>el</a:t>
            </a:r>
            <a:r>
              <a:rPr lang="en-US" sz="1800" dirty="0">
                <a:solidFill>
                  <a:srgbClr val="55556F"/>
                </a:solidFill>
                <a:ea typeface="Arial"/>
              </a:rPr>
              <a:t> </a:t>
            </a:r>
            <a:r>
              <a:rPr lang="en-US" sz="1800" dirty="0" err="1">
                <a:solidFill>
                  <a:srgbClr val="55556F"/>
                </a:solidFill>
                <a:ea typeface="Arial"/>
              </a:rPr>
              <a:t>usuario</a:t>
            </a:r>
            <a:r>
              <a:rPr lang="en-US" sz="1800" dirty="0">
                <a:solidFill>
                  <a:srgbClr val="55556F"/>
                </a:solidFill>
                <a:ea typeface="Arial"/>
              </a:rPr>
              <a:t> </a:t>
            </a:r>
            <a:r>
              <a:rPr lang="en-US" sz="1800" dirty="0" err="1">
                <a:solidFill>
                  <a:srgbClr val="55556F"/>
                </a:solidFill>
                <a:ea typeface="Arial"/>
              </a:rPr>
              <a:t>tiene</a:t>
            </a:r>
            <a:r>
              <a:rPr lang="en-US" sz="1800" dirty="0">
                <a:solidFill>
                  <a:srgbClr val="55556F"/>
                </a:solidFill>
                <a:ea typeface="Arial"/>
              </a:rPr>
              <a:t> </a:t>
            </a:r>
            <a:r>
              <a:rPr lang="en-US" sz="1800" dirty="0" err="1">
                <a:solidFill>
                  <a:srgbClr val="55556F"/>
                </a:solidFill>
                <a:ea typeface="Arial"/>
              </a:rPr>
              <a:t>visión</a:t>
            </a:r>
            <a:r>
              <a:rPr lang="en-US" sz="1800" dirty="0">
                <a:solidFill>
                  <a:srgbClr val="55556F"/>
                </a:solidFill>
                <a:ea typeface="Arial"/>
              </a:rPr>
              <a:t> </a:t>
            </a:r>
            <a:r>
              <a:rPr lang="en-US" sz="1800" dirty="0" err="1">
                <a:solidFill>
                  <a:srgbClr val="55556F"/>
                </a:solidFill>
                <a:ea typeface="Arial"/>
              </a:rPr>
              <a:t>limitada</a:t>
            </a:r>
            <a:r>
              <a:rPr lang="en-US" sz="1800" dirty="0">
                <a:solidFill>
                  <a:srgbClr val="55556F"/>
                </a:solidFill>
                <a:ea typeface="Arial"/>
              </a:rPr>
              <a:t>.</a:t>
            </a:r>
            <a:endParaRPr lang="es-ES" sz="1800" dirty="0">
              <a:solidFill>
                <a:srgbClr val="000000"/>
              </a:solidFill>
            </a:endParaRPr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104192" y="6124050"/>
            <a:ext cx="7504186" cy="7339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5400" kern="1200" cap="all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000" dirty="0" err="1"/>
              <a:t>Robòtica</a:t>
            </a:r>
            <a:r>
              <a:rPr lang="en-US" sz="1000" dirty="0"/>
              <a:t>, </a:t>
            </a:r>
            <a:r>
              <a:rPr lang="en-US" sz="1000" dirty="0" err="1"/>
              <a:t>llenguatge</a:t>
            </a:r>
            <a:r>
              <a:rPr lang="en-US" sz="1000" dirty="0"/>
              <a:t> I </a:t>
            </a:r>
            <a:r>
              <a:rPr lang="en-US" sz="1000" dirty="0" err="1"/>
              <a:t>planificació</a:t>
            </a:r>
            <a:r>
              <a:rPr lang="en-US" sz="1000" dirty="0"/>
              <a:t> </a:t>
            </a:r>
            <a:r>
              <a:rPr lang="mr-IN" sz="1000" dirty="0"/>
              <a:t>–</a:t>
            </a:r>
            <a:r>
              <a:rPr lang="en-US" sz="1000" dirty="0"/>
              <a:t> </a:t>
            </a:r>
            <a:r>
              <a:rPr lang="en-US" sz="1000" dirty="0" err="1"/>
              <a:t>Enginyeria</a:t>
            </a:r>
            <a:r>
              <a:rPr lang="en-US" sz="1000" dirty="0"/>
              <a:t> </a:t>
            </a:r>
            <a:r>
              <a:rPr lang="en-US" sz="1000" dirty="0" err="1"/>
              <a:t>informàtica</a:t>
            </a:r>
            <a:r>
              <a:rPr lang="en-US" sz="1000" dirty="0"/>
              <a:t> - </a:t>
            </a:r>
            <a:r>
              <a:rPr lang="en-US" sz="1000" dirty="0" err="1"/>
              <a:t>uab</a:t>
            </a:r>
            <a:endParaRPr lang="en-US" sz="10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81C87B-C55A-890D-B7C5-CF9D46857C1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1730" y="501554"/>
            <a:ext cx="3650289" cy="2770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213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162" y="386372"/>
            <a:ext cx="8229600" cy="990600"/>
          </a:xfrm>
        </p:spPr>
        <p:txBody>
          <a:bodyPr>
            <a:normAutofit/>
          </a:bodyPr>
          <a:lstStyle/>
          <a:p>
            <a:r>
              <a:rPr lang="ca-ES" dirty="0"/>
              <a:t>1. Arquitectura hardware i software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5DD423C-7C63-9EC4-01C6-FD243BECE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286" y="1136522"/>
            <a:ext cx="4829427" cy="306428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D2CFD8C-1240-F6A7-4773-AD45CC29D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975" y="3770423"/>
            <a:ext cx="8966025" cy="262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99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695" y="782674"/>
            <a:ext cx="8229600" cy="990600"/>
          </a:xfrm>
        </p:spPr>
        <p:txBody>
          <a:bodyPr>
            <a:normAutofit/>
          </a:bodyPr>
          <a:lstStyle/>
          <a:p>
            <a:r>
              <a:rPr lang="ca-ES"/>
              <a:t>2. Algorísmica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2204" y="472823"/>
            <a:ext cx="1244595" cy="124459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6C281D4-4955-83D3-02D5-64B0B15D95D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9688" y="472822"/>
            <a:ext cx="1797112" cy="136400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C9E54BE8-3E0B-3C84-C503-78E25D1283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2073" y="1925210"/>
            <a:ext cx="4366843" cy="2363818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CF748571-4B55-9E6F-BC53-8649A45888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1084" y="4440965"/>
            <a:ext cx="5348819" cy="163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39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FOTOS, VIDEO </a:t>
            </a:r>
            <a:r>
              <a:rPr lang="en-US" dirty="0" err="1"/>
              <a:t>i</a:t>
            </a:r>
            <a:r>
              <a:rPr lang="en-US" dirty="0"/>
              <a:t> Git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483576" y="5101911"/>
            <a:ext cx="8203224" cy="762558"/>
          </a:xfrm>
          <a:prstGeom prst="rect">
            <a:avLst/>
          </a:prstGeom>
          <a:ln>
            <a:solidFill>
              <a:srgbClr val="274857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i="1" u="sng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Robobet.mp4</a:t>
            </a:r>
            <a:endParaRPr lang="en-US" sz="1800" i="1" u="sng" dirty="0">
              <a:solidFill>
                <a:srgbClr val="FF0000"/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1DCBB09-BC7C-F046-AEE7-FCE0ACC2462A}"/>
              </a:ext>
            </a:extLst>
          </p:cNvPr>
          <p:cNvSpPr txBox="1">
            <a:spLocks/>
          </p:cNvSpPr>
          <p:nvPr/>
        </p:nvSpPr>
        <p:spPr>
          <a:xfrm>
            <a:off x="483576" y="6040315"/>
            <a:ext cx="8203223" cy="388200"/>
          </a:xfrm>
          <a:prstGeom prst="rect">
            <a:avLst/>
          </a:prstGeom>
          <a:ln>
            <a:solidFill>
              <a:srgbClr val="274857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i="1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https://github.com/arnaujane/RLP-ROBOBET.git</a:t>
            </a:r>
            <a:endParaRPr lang="en-US" sz="1800" i="1" dirty="0">
              <a:solidFill>
                <a:srgbClr val="FF0000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B2481C8-A760-7811-6239-2A47D6EA6E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5381" y="1524000"/>
            <a:ext cx="5453238" cy="344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5869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Clarity.thmx</Template>
  <TotalTime>1036</TotalTime>
  <Words>69</Words>
  <Application>Microsoft Office PowerPoint</Application>
  <PresentationFormat>Presentación en pantalla (4:3)</PresentationFormat>
  <Paragraphs>13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6" baseType="lpstr">
      <vt:lpstr>Arial</vt:lpstr>
      <vt:lpstr>Clarity</vt:lpstr>
      <vt:lpstr>ROBOBET</vt:lpstr>
      <vt:lpstr>1. Arquitectura hardware i software</vt:lpstr>
      <vt:lpstr>2. Algorísmica</vt:lpstr>
      <vt:lpstr>FOTOS, VIDEO i Git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Fernando Vilariño</dc:creator>
  <cp:keywords/>
  <dc:description/>
  <cp:lastModifiedBy>Roger Novas</cp:lastModifiedBy>
  <cp:revision>51</cp:revision>
  <dcterms:created xsi:type="dcterms:W3CDTF">2017-02-15T08:09:33Z</dcterms:created>
  <dcterms:modified xsi:type="dcterms:W3CDTF">2026-06-14T11:40:38Z</dcterms:modified>
  <cp:category/>
</cp:coreProperties>
</file>