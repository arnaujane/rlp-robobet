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5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8"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9"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2" name="PlaceHolder 1"/>
          <p:cNvSpPr>
            <a:spLocks noGrp="1"/>
          </p:cNvSpPr>
          <p:nvPr>
            <p:ph type="title"/>
          </p:nvPr>
        </p:nvSpPr>
        <p:spPr>
          <a:xfrm>
            <a:off x="685800" y="1371600"/>
            <a:ext cx="7848360" cy="1926720"/>
          </a:xfrm>
          <a:prstGeom prst="rect">
            <a:avLst/>
          </a:prstGeom>
          <a:noFill/>
          <a:ln w="0">
            <a:noFill/>
          </a:ln>
        </p:spPr>
        <p:txBody>
          <a:bodyPr lIns="91440" tIns="45720" rIns="91440" bIns="45720" anchor="b">
            <a:noAutofit/>
          </a:bodyPr>
          <a:lstStyle/>
          <a:p>
            <a:pPr indent="0">
              <a:buNone/>
            </a:pPr>
            <a:r>
              <a:rPr lang="es-ES" sz="5400" b="0" u="none" strike="noStrike">
                <a:solidFill>
                  <a:srgbClr val="000000"/>
                </a:solidFill>
                <a:effectLst/>
                <a:uFillTx/>
                <a:latin typeface="Arial"/>
              </a:rPr>
              <a:t>Pulse para editar el formato del texto de título</a:t>
            </a:r>
          </a:p>
        </p:txBody>
      </p:sp>
      <p:sp>
        <p:nvSpPr>
          <p:cNvPr id="3" name="PlaceHolder 2"/>
          <p:cNvSpPr>
            <a:spLocks noGrp="1"/>
          </p:cNvSpPr>
          <p:nvPr>
            <p:ph type="dt" idx="1"/>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4" name="PlaceHolder 3"/>
          <p:cNvSpPr>
            <a:spLocks noGrp="1"/>
          </p:cNvSpPr>
          <p:nvPr>
            <p:ph type="ftr" idx="2"/>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5" name="PlaceHolder 4"/>
          <p:cNvSpPr>
            <a:spLocks noGrp="1"/>
          </p:cNvSpPr>
          <p:nvPr>
            <p:ph type="sldNum" idx="3"/>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3CB1804A-67CD-49ED-BFB7-25429E62AB71}"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cxnSp>
        <p:nvCxnSpPr>
          <p:cNvPr id="6" name="Google Shape;19;p5"/>
          <p:cNvCxnSpPr/>
          <p:nvPr/>
        </p:nvCxnSpPr>
        <p:spPr>
          <a:xfrm>
            <a:off x="685800" y="3398400"/>
            <a:ext cx="7848720" cy="1800"/>
          </a:xfrm>
          <a:prstGeom prst="straightConnector1">
            <a:avLst/>
          </a:prstGeom>
          <a:ln w="19050">
            <a:solidFill>
              <a:srgbClr val="D2533C"/>
            </a:solidFill>
            <a:round/>
          </a:ln>
        </p:spPr>
      </p:cxnSp>
      <p:sp>
        <p:nvSpPr>
          <p:cNvPr id="7"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14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14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14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14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VERTICAL_TEXT">
    <p:bg>
      <p:bgPr>
        <a:solidFill>
          <a:schemeClr val="lt1"/>
        </a:solidFill>
        <a:effectLst/>
      </p:bgPr>
    </p:bg>
    <p:spTree>
      <p:nvGrpSpPr>
        <p:cNvPr id="1" name=""/>
        <p:cNvGrpSpPr/>
        <p:nvPr/>
      </p:nvGrpSpPr>
      <p:grpSpPr>
        <a:xfrm>
          <a:off x="0" y="0"/>
          <a:ext cx="0" cy="0"/>
          <a:chOff x="0" y="0"/>
          <a:chExt cx="0" cy="0"/>
        </a:xfrm>
      </p:grpSpPr>
      <p:sp>
        <p:nvSpPr>
          <p:cNvPr id="8"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9"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10" name="PlaceHolder 1"/>
          <p:cNvSpPr>
            <a:spLocks noGrp="1"/>
          </p:cNvSpPr>
          <p:nvPr>
            <p:ph type="title"/>
          </p:nvPr>
        </p:nvSpPr>
        <p:spPr>
          <a:xfrm>
            <a:off x="457200" y="533520"/>
            <a:ext cx="8229240" cy="990360"/>
          </a:xfrm>
          <a:prstGeom prst="rect">
            <a:avLst/>
          </a:prstGeom>
          <a:noFill/>
          <a:ln w="0">
            <a:noFill/>
          </a:ln>
        </p:spPr>
        <p:txBody>
          <a:bodyPr lIns="91440" tIns="45720" rIns="91440" bIns="45720" anchor="ctr">
            <a:normAutofit fontScale="85000" lnSpcReduction="19999"/>
          </a:bodyPr>
          <a:lstStyle/>
          <a:p>
            <a:pPr indent="0">
              <a:buNone/>
            </a:pPr>
            <a:r>
              <a:rPr lang="es-ES" sz="4000" b="0" u="none" strike="noStrike">
                <a:solidFill>
                  <a:srgbClr val="000000"/>
                </a:solidFill>
                <a:effectLst/>
                <a:uFillTx/>
                <a:latin typeface="Arial"/>
              </a:rPr>
              <a:t>Pulse para editar el formato del texto de título</a:t>
            </a:r>
          </a:p>
        </p:txBody>
      </p:sp>
      <p:sp>
        <p:nvSpPr>
          <p:cNvPr id="11" name="PlaceHolder 2"/>
          <p:cNvSpPr>
            <a:spLocks noGrp="1"/>
          </p:cNvSpPr>
          <p:nvPr>
            <p:ph type="body"/>
          </p:nvPr>
        </p:nvSpPr>
        <p:spPr>
          <a:xfrm rot="5400000">
            <a:off x="2133720" y="-75960"/>
            <a:ext cx="4876560" cy="822924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s-ES" sz="24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24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24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Séptimo nivel del esquema</a:t>
            </a:r>
          </a:p>
        </p:txBody>
      </p:sp>
      <p:sp>
        <p:nvSpPr>
          <p:cNvPr id="12" name="PlaceHolder 3"/>
          <p:cNvSpPr>
            <a:spLocks noGrp="1"/>
          </p:cNvSpPr>
          <p:nvPr>
            <p:ph type="dt" idx="4"/>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13" name="PlaceHolder 4"/>
          <p:cNvSpPr>
            <a:spLocks noGrp="1"/>
          </p:cNvSpPr>
          <p:nvPr>
            <p:ph type="ftr" idx="5"/>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14" name="PlaceHolder 5"/>
          <p:cNvSpPr>
            <a:spLocks noGrp="1"/>
          </p:cNvSpPr>
          <p:nvPr>
            <p:ph type="sldNum" idx="6"/>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D599125B-F4F4-43BC-87FB-C76CCF83A34E}"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_TITLE_AND_VERTICAL_TEXT">
    <p:bg>
      <p:bgPr>
        <a:solidFill>
          <a:schemeClr val="lt1"/>
        </a:solidFill>
        <a:effectLst/>
      </p:bgPr>
    </p:bg>
    <p:spTree>
      <p:nvGrpSpPr>
        <p:cNvPr id="1" name=""/>
        <p:cNvGrpSpPr/>
        <p:nvPr/>
      </p:nvGrpSpPr>
      <p:grpSpPr>
        <a:xfrm>
          <a:off x="0" y="0"/>
          <a:ext cx="0" cy="0"/>
          <a:chOff x="0" y="0"/>
          <a:chExt cx="0" cy="0"/>
        </a:xfrm>
      </p:grpSpPr>
      <p:sp>
        <p:nvSpPr>
          <p:cNvPr id="15"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16"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17" name="PlaceHolder 1"/>
          <p:cNvSpPr>
            <a:spLocks noGrp="1"/>
          </p:cNvSpPr>
          <p:nvPr>
            <p:ph type="title"/>
          </p:nvPr>
        </p:nvSpPr>
        <p:spPr>
          <a:xfrm rot="5400000">
            <a:off x="4724640" y="2514240"/>
            <a:ext cx="5866920" cy="2057040"/>
          </a:xfrm>
          <a:prstGeom prst="rect">
            <a:avLst/>
          </a:prstGeom>
          <a:noFill/>
          <a:ln w="0">
            <a:noFill/>
          </a:ln>
        </p:spPr>
        <p:txBody>
          <a:bodyPr lIns="91440" tIns="45720" rIns="91440" bIns="45720" anchor="b">
            <a:normAutofit/>
          </a:bodyPr>
          <a:lstStyle/>
          <a:p>
            <a:pPr indent="0">
              <a:buNone/>
            </a:pPr>
            <a:r>
              <a:rPr lang="es-ES" sz="4000" b="0" u="none" strike="noStrike">
                <a:solidFill>
                  <a:srgbClr val="000000"/>
                </a:solidFill>
                <a:effectLst/>
                <a:uFillTx/>
                <a:latin typeface="Arial"/>
              </a:rPr>
              <a:t>Pulse para editar el formato del texto de título</a:t>
            </a:r>
          </a:p>
        </p:txBody>
      </p:sp>
      <p:sp>
        <p:nvSpPr>
          <p:cNvPr id="18" name="PlaceHolder 2"/>
          <p:cNvSpPr>
            <a:spLocks noGrp="1"/>
          </p:cNvSpPr>
          <p:nvPr>
            <p:ph type="body"/>
          </p:nvPr>
        </p:nvSpPr>
        <p:spPr>
          <a:xfrm rot="5400000">
            <a:off x="533880" y="532800"/>
            <a:ext cx="5866920" cy="601956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s-ES" sz="24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24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24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Séptimo nivel del esquema</a:t>
            </a:r>
          </a:p>
        </p:txBody>
      </p:sp>
      <p:sp>
        <p:nvSpPr>
          <p:cNvPr id="19" name="PlaceHolder 3"/>
          <p:cNvSpPr>
            <a:spLocks noGrp="1"/>
          </p:cNvSpPr>
          <p:nvPr>
            <p:ph type="dt" idx="7"/>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20" name="PlaceHolder 4"/>
          <p:cNvSpPr>
            <a:spLocks noGrp="1"/>
          </p:cNvSpPr>
          <p:nvPr>
            <p:ph type="ftr" idx="8"/>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21" name="PlaceHolder 5"/>
          <p:cNvSpPr>
            <a:spLocks noGrp="1"/>
          </p:cNvSpPr>
          <p:nvPr>
            <p:ph type="sldNum" idx="9"/>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E6F0EC39-20A5-4E93-BC00-AAC511767EC8}"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OBJECT">
    <p:bg>
      <p:bgPr>
        <a:solidFill>
          <a:schemeClr val="lt1"/>
        </a:solidFill>
        <a:effectLst/>
      </p:bgPr>
    </p:bg>
    <p:spTree>
      <p:nvGrpSpPr>
        <p:cNvPr id="1" name=""/>
        <p:cNvGrpSpPr/>
        <p:nvPr/>
      </p:nvGrpSpPr>
      <p:grpSpPr>
        <a:xfrm>
          <a:off x="0" y="0"/>
          <a:ext cx="0" cy="0"/>
          <a:chOff x="0" y="0"/>
          <a:chExt cx="0" cy="0"/>
        </a:xfrm>
      </p:grpSpPr>
      <p:sp>
        <p:nvSpPr>
          <p:cNvPr id="22"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23"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24" name="PlaceHolder 1"/>
          <p:cNvSpPr>
            <a:spLocks noGrp="1"/>
          </p:cNvSpPr>
          <p:nvPr>
            <p:ph type="title"/>
          </p:nvPr>
        </p:nvSpPr>
        <p:spPr>
          <a:xfrm>
            <a:off x="457200" y="533520"/>
            <a:ext cx="8229240" cy="990360"/>
          </a:xfrm>
          <a:prstGeom prst="rect">
            <a:avLst/>
          </a:prstGeom>
          <a:noFill/>
          <a:ln w="0">
            <a:noFill/>
          </a:ln>
        </p:spPr>
        <p:txBody>
          <a:bodyPr lIns="91440" tIns="45720" rIns="91440" bIns="45720" anchor="ctr">
            <a:normAutofit fontScale="85000" lnSpcReduction="19999"/>
          </a:bodyPr>
          <a:lstStyle/>
          <a:p>
            <a:pPr indent="0">
              <a:buNone/>
            </a:pPr>
            <a:r>
              <a:rPr lang="es-ES" sz="4000" b="0" u="none" strike="noStrike">
                <a:solidFill>
                  <a:srgbClr val="000000"/>
                </a:solidFill>
                <a:effectLst/>
                <a:uFillTx/>
                <a:latin typeface="Arial"/>
              </a:rPr>
              <a:t>Pulse para editar el formato del texto de título</a:t>
            </a:r>
          </a:p>
        </p:txBody>
      </p:sp>
      <p:sp>
        <p:nvSpPr>
          <p:cNvPr id="25" name="PlaceHolder 2"/>
          <p:cNvSpPr>
            <a:spLocks noGrp="1"/>
          </p:cNvSpPr>
          <p:nvPr>
            <p:ph type="body"/>
          </p:nvPr>
        </p:nvSpPr>
        <p:spPr>
          <a:xfrm>
            <a:off x="457200" y="1600200"/>
            <a:ext cx="8229240" cy="4876560"/>
          </a:xfrm>
          <a:prstGeom prst="rect">
            <a:avLst/>
          </a:prstGeom>
          <a:noFill/>
          <a:ln w="0">
            <a:noFill/>
          </a:ln>
        </p:spPr>
        <p:txBody>
          <a:bodyPr lIns="91440" tIns="45720" rIns="91440" bIns="45720" anchor="t">
            <a:normAutofit/>
          </a:bodyPr>
          <a:lstStyle/>
          <a:p>
            <a:pPr marL="432000" indent="-324000">
              <a:spcBef>
                <a:spcPts val="1417"/>
              </a:spcBef>
              <a:buClr>
                <a:srgbClr val="000000"/>
              </a:buClr>
              <a:buSzPct val="45000"/>
              <a:buFont typeface="Wingdings" charset="2"/>
              <a:buChar char=""/>
            </a:pPr>
            <a:r>
              <a:rPr lang="es-ES" sz="24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24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24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Séptimo nivel del esquema</a:t>
            </a:r>
          </a:p>
        </p:txBody>
      </p:sp>
      <p:sp>
        <p:nvSpPr>
          <p:cNvPr id="26" name="PlaceHolder 3"/>
          <p:cNvSpPr>
            <a:spLocks noGrp="1"/>
          </p:cNvSpPr>
          <p:nvPr>
            <p:ph type="dt" idx="10"/>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27" name="PlaceHolder 4"/>
          <p:cNvSpPr>
            <a:spLocks noGrp="1"/>
          </p:cNvSpPr>
          <p:nvPr>
            <p:ph type="ftr" idx="11"/>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28" name="PlaceHolder 5"/>
          <p:cNvSpPr>
            <a:spLocks noGrp="1"/>
          </p:cNvSpPr>
          <p:nvPr>
            <p:ph type="sldNum" idx="12"/>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F284D591-C273-4DA2-B11B-3309054E672A}"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dk2"/>
        </a:solidFill>
        <a:effectLst/>
      </p:bgPr>
    </p:bg>
    <p:spTree>
      <p:nvGrpSpPr>
        <p:cNvPr id="1" name=""/>
        <p:cNvGrpSpPr/>
        <p:nvPr/>
      </p:nvGrpSpPr>
      <p:grpSpPr>
        <a:xfrm>
          <a:off x="0" y="0"/>
          <a:ext cx="0" cy="0"/>
          <a:chOff x="0" y="0"/>
          <a:chExt cx="0" cy="0"/>
        </a:xfrm>
      </p:grpSpPr>
      <p:sp>
        <p:nvSpPr>
          <p:cNvPr id="29"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30"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31" name="PlaceHolder 1"/>
          <p:cNvSpPr>
            <a:spLocks noGrp="1"/>
          </p:cNvSpPr>
          <p:nvPr>
            <p:ph type="title"/>
          </p:nvPr>
        </p:nvSpPr>
        <p:spPr>
          <a:xfrm>
            <a:off x="722160" y="2362320"/>
            <a:ext cx="7772040" cy="2199960"/>
          </a:xfrm>
          <a:prstGeom prst="rect">
            <a:avLst/>
          </a:prstGeom>
          <a:noFill/>
          <a:ln w="0">
            <a:noFill/>
          </a:ln>
        </p:spPr>
        <p:txBody>
          <a:bodyPr lIns="91440" tIns="45720" rIns="91440" bIns="45720" anchor="b">
            <a:normAutofit/>
          </a:bodyPr>
          <a:lstStyle/>
          <a:p>
            <a:pPr indent="0">
              <a:buNone/>
            </a:pPr>
            <a:r>
              <a:rPr lang="es-ES" sz="4800" b="0" u="none" strike="noStrike">
                <a:solidFill>
                  <a:srgbClr val="000000"/>
                </a:solidFill>
                <a:effectLst/>
                <a:uFillTx/>
                <a:latin typeface="Arial"/>
              </a:rPr>
              <a:t>Pulse para editar el formato del texto de título</a:t>
            </a:r>
          </a:p>
        </p:txBody>
      </p:sp>
      <p:sp>
        <p:nvSpPr>
          <p:cNvPr id="32" name="PlaceHolder 2"/>
          <p:cNvSpPr>
            <a:spLocks noGrp="1"/>
          </p:cNvSpPr>
          <p:nvPr>
            <p:ph type="body"/>
          </p:nvPr>
        </p:nvSpPr>
        <p:spPr>
          <a:xfrm>
            <a:off x="722160" y="4626720"/>
            <a:ext cx="7772040" cy="1499760"/>
          </a:xfrm>
          <a:prstGeom prst="rect">
            <a:avLst/>
          </a:prstGeom>
          <a:noFill/>
          <a:ln w="0">
            <a:noFill/>
          </a:ln>
        </p:spPr>
        <p:txBody>
          <a:bodyPr lIns="91440" tIns="45720" rIns="91440" bIns="45720" anchor="t">
            <a:normAutofit fontScale="47500" lnSpcReduction="19999"/>
          </a:bodyPr>
          <a:lstStyle/>
          <a:p>
            <a:pPr marL="432000" indent="-324000">
              <a:spcBef>
                <a:spcPts val="1417"/>
              </a:spcBef>
              <a:buClr>
                <a:srgbClr val="FFFFFF"/>
              </a:buClr>
              <a:buSzPct val="45000"/>
              <a:buFont typeface="Wingdings" charset="2"/>
              <a:buChar char=""/>
            </a:pPr>
            <a:r>
              <a:rPr lang="es-ES" sz="2400" b="0" u="none" strike="noStrike">
                <a:solidFill>
                  <a:srgbClr val="000000"/>
                </a:solidFill>
                <a:effectLst/>
                <a:uFillTx/>
                <a:latin typeface="Arial"/>
              </a:rPr>
              <a:t>Pulse para editar el formato de texto del esquema</a:t>
            </a:r>
          </a:p>
          <a:p>
            <a:pPr marL="864000" lvl="1" indent="-324000">
              <a:spcBef>
                <a:spcPts val="1134"/>
              </a:spcBef>
              <a:buClr>
                <a:srgbClr val="FFFFFF"/>
              </a:buClr>
              <a:buSzPct val="75000"/>
              <a:buFont typeface="Symbol" charset="2"/>
              <a:buChar char=""/>
            </a:pPr>
            <a:r>
              <a:rPr lang="es-ES" sz="2400" b="0" u="none" strike="noStrike">
                <a:solidFill>
                  <a:srgbClr val="000000"/>
                </a:solidFill>
                <a:effectLst/>
                <a:uFillTx/>
                <a:latin typeface="Arial"/>
              </a:rPr>
              <a:t>Segundo nivel del esquema</a:t>
            </a:r>
          </a:p>
          <a:p>
            <a:pPr marL="1296000" lvl="2" indent="-288000">
              <a:spcBef>
                <a:spcPts val="850"/>
              </a:spcBef>
              <a:buClr>
                <a:srgbClr val="FFFFFF"/>
              </a:buClr>
              <a:buSzPct val="45000"/>
              <a:buFont typeface="Wingdings" charset="2"/>
              <a:buChar char=""/>
            </a:pPr>
            <a:r>
              <a:rPr lang="es-ES" sz="2400" b="0" u="none" strike="noStrike">
                <a:solidFill>
                  <a:srgbClr val="000000"/>
                </a:solidFill>
                <a:effectLst/>
                <a:uFillTx/>
                <a:latin typeface="Arial"/>
              </a:rPr>
              <a:t>Tercer nivel del esquema</a:t>
            </a:r>
          </a:p>
          <a:p>
            <a:pPr marL="1728000" lvl="3" indent="-216000">
              <a:spcBef>
                <a:spcPts val="567"/>
              </a:spcBef>
              <a:buClr>
                <a:srgbClr val="FFFFFF"/>
              </a:buClr>
              <a:buSzPct val="75000"/>
              <a:buFont typeface="Symbol" charset="2"/>
              <a:buChar char=""/>
            </a:pPr>
            <a:r>
              <a:rPr lang="es-ES" sz="2400" b="0" u="none" strike="noStrike">
                <a:solidFill>
                  <a:srgbClr val="000000"/>
                </a:solidFill>
                <a:effectLst/>
                <a:uFillTx/>
                <a:latin typeface="Arial"/>
              </a:rPr>
              <a:t>Cuarto nivel del esquema</a:t>
            </a:r>
          </a:p>
          <a:p>
            <a:pPr marL="2160000" lvl="4" indent="-216000">
              <a:spcBef>
                <a:spcPts val="283"/>
              </a:spcBef>
              <a:buClr>
                <a:srgbClr val="FFFFFF"/>
              </a:buClr>
              <a:buSzPct val="45000"/>
              <a:buFont typeface="Wingdings" charset="2"/>
              <a:buChar char=""/>
            </a:pPr>
            <a:r>
              <a:rPr lang="es-ES" sz="2400" b="0" u="none" strike="noStrike">
                <a:solidFill>
                  <a:srgbClr val="000000"/>
                </a:solidFill>
                <a:effectLst/>
                <a:uFillTx/>
                <a:latin typeface="Arial"/>
              </a:rPr>
              <a:t>Quinto nivel del esquema</a:t>
            </a:r>
          </a:p>
          <a:p>
            <a:pPr marL="2592000" lvl="5" indent="-216000">
              <a:spcBef>
                <a:spcPts val="283"/>
              </a:spcBef>
              <a:buClr>
                <a:srgbClr val="FFFFFF"/>
              </a:buClr>
              <a:buSzPct val="45000"/>
              <a:buFont typeface="Wingdings" charset="2"/>
              <a:buChar char=""/>
            </a:pPr>
            <a:r>
              <a:rPr lang="es-ES" sz="2400" b="0" u="none" strike="noStrike">
                <a:solidFill>
                  <a:srgbClr val="000000"/>
                </a:solidFill>
                <a:effectLst/>
                <a:uFillTx/>
                <a:latin typeface="Arial"/>
              </a:rPr>
              <a:t>Sexto nivel del esquema</a:t>
            </a:r>
          </a:p>
          <a:p>
            <a:pPr marL="3024000" lvl="6" indent="-216000">
              <a:spcBef>
                <a:spcPts val="283"/>
              </a:spcBef>
              <a:buClr>
                <a:srgbClr val="FFFFFF"/>
              </a:buClr>
              <a:buSzPct val="45000"/>
              <a:buFont typeface="Wingdings" charset="2"/>
              <a:buChar char=""/>
            </a:pPr>
            <a:r>
              <a:rPr lang="es-ES" sz="2400" b="0" u="none" strike="noStrike">
                <a:solidFill>
                  <a:srgbClr val="000000"/>
                </a:solidFill>
                <a:effectLst/>
                <a:uFillTx/>
                <a:latin typeface="Arial"/>
              </a:rPr>
              <a:t>Séptimo nivel del esquema</a:t>
            </a:r>
          </a:p>
        </p:txBody>
      </p:sp>
      <p:sp>
        <p:nvSpPr>
          <p:cNvPr id="33" name="PlaceHolder 3"/>
          <p:cNvSpPr>
            <a:spLocks noGrp="1"/>
          </p:cNvSpPr>
          <p:nvPr>
            <p:ph type="dt" idx="13"/>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FFFFFF"/>
                </a:solidFill>
                <a:effectLst/>
                <a:uFillTx/>
                <a:latin typeface="Times New Roman"/>
              </a:defRPr>
            </a:lvl1pPr>
          </a:lstStyle>
          <a:p>
            <a:pPr indent="0">
              <a:buNone/>
            </a:pPr>
            <a:r>
              <a:rPr lang="es-ES" sz="1400" b="0" u="none" strike="noStrike">
                <a:solidFill>
                  <a:srgbClr val="FFFFFF"/>
                </a:solidFill>
                <a:effectLst/>
                <a:uFillTx/>
                <a:latin typeface="Times New Roman"/>
              </a:rPr>
              <a:t>&lt;fecha/hora&gt;</a:t>
            </a:r>
          </a:p>
        </p:txBody>
      </p:sp>
      <p:sp>
        <p:nvSpPr>
          <p:cNvPr id="34" name="PlaceHolder 4"/>
          <p:cNvSpPr>
            <a:spLocks noGrp="1"/>
          </p:cNvSpPr>
          <p:nvPr>
            <p:ph type="ftr" idx="14"/>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FFFFFF"/>
                </a:solidFill>
                <a:effectLst/>
                <a:uFillTx/>
                <a:latin typeface="Times New Roman"/>
              </a:defRPr>
            </a:lvl1pPr>
          </a:lstStyle>
          <a:p>
            <a:pPr indent="0" algn="ctr">
              <a:buNone/>
            </a:pPr>
            <a:r>
              <a:rPr lang="es-ES" sz="1400" b="0" u="none" strike="noStrike">
                <a:solidFill>
                  <a:srgbClr val="FFFFFF"/>
                </a:solidFill>
                <a:effectLst/>
                <a:uFillTx/>
                <a:latin typeface="Times New Roman"/>
              </a:rPr>
              <a:t>&lt;pie de página&gt;</a:t>
            </a:r>
          </a:p>
        </p:txBody>
      </p:sp>
      <p:sp>
        <p:nvSpPr>
          <p:cNvPr id="35" name="PlaceHolder 5"/>
          <p:cNvSpPr>
            <a:spLocks noGrp="1"/>
          </p:cNvSpPr>
          <p:nvPr>
            <p:ph type="sldNum" idx="15"/>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0DCF10F5-9196-4971-983B-4E5C56C85B73}" type="slidenum">
              <a:rPr lang="en-US" sz="1400" b="1" u="none" strike="noStrike">
                <a:solidFill>
                  <a:srgbClr val="FFFFFF"/>
                </a:solidFill>
                <a:effectLst/>
                <a:uFillTx/>
                <a:latin typeface="Arial"/>
                <a:ea typeface="Arial"/>
              </a:rPr>
              <a:t>‹Nº›</a:t>
            </a:fld>
            <a:endParaRPr lang="es-ES" sz="1400" b="0" u="none" strike="noStrike">
              <a:solidFill>
                <a:srgbClr val="FFFFFF"/>
              </a:solidFill>
              <a:effectLst/>
              <a:uFillTx/>
              <a:latin typeface="Times New Roman"/>
            </a:endParaRPr>
          </a:p>
        </p:txBody>
      </p:sp>
      <p:cxnSp>
        <p:nvCxnSpPr>
          <p:cNvPr id="36" name="Google Shape;32;p7"/>
          <p:cNvCxnSpPr/>
          <p:nvPr/>
        </p:nvCxnSpPr>
        <p:spPr>
          <a:xfrm>
            <a:off x="731520" y="4599360"/>
            <a:ext cx="7848720" cy="1800"/>
          </a:xfrm>
          <a:prstGeom prst="straightConnector1">
            <a:avLst/>
          </a:prstGeom>
          <a:ln w="19050">
            <a:solidFill>
              <a:srgbClr val="F3F2DC"/>
            </a:solidFill>
            <a:roun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_OBJECTS">
    <p:bg>
      <p:bgPr>
        <a:solidFill>
          <a:schemeClr val="lt1"/>
        </a:solidFill>
        <a:effectLst/>
      </p:bgPr>
    </p:bg>
    <p:spTree>
      <p:nvGrpSpPr>
        <p:cNvPr id="1" name=""/>
        <p:cNvGrpSpPr/>
        <p:nvPr/>
      </p:nvGrpSpPr>
      <p:grpSpPr>
        <a:xfrm>
          <a:off x="0" y="0"/>
          <a:ext cx="0" cy="0"/>
          <a:chOff x="0" y="0"/>
          <a:chExt cx="0" cy="0"/>
        </a:xfrm>
      </p:grpSpPr>
      <p:sp>
        <p:nvSpPr>
          <p:cNvPr id="37"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38"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39" name="PlaceHolder 1"/>
          <p:cNvSpPr>
            <a:spLocks noGrp="1"/>
          </p:cNvSpPr>
          <p:nvPr>
            <p:ph type="title"/>
          </p:nvPr>
        </p:nvSpPr>
        <p:spPr>
          <a:xfrm>
            <a:off x="457200" y="533520"/>
            <a:ext cx="8229240" cy="990360"/>
          </a:xfrm>
          <a:prstGeom prst="rect">
            <a:avLst/>
          </a:prstGeom>
          <a:noFill/>
          <a:ln w="0">
            <a:noFill/>
          </a:ln>
        </p:spPr>
        <p:txBody>
          <a:bodyPr lIns="91440" tIns="45720" rIns="91440" bIns="45720" anchor="ctr">
            <a:normAutofit fontScale="85000" lnSpcReduction="19999"/>
          </a:bodyPr>
          <a:lstStyle/>
          <a:p>
            <a:pPr indent="0">
              <a:buNone/>
            </a:pPr>
            <a:r>
              <a:rPr lang="es-ES" sz="4000" b="0" u="none" strike="noStrike">
                <a:solidFill>
                  <a:srgbClr val="000000"/>
                </a:solidFill>
                <a:effectLst/>
                <a:uFillTx/>
                <a:latin typeface="Arial"/>
              </a:rPr>
              <a:t>Pulse para editar el formato del texto de título</a:t>
            </a:r>
          </a:p>
        </p:txBody>
      </p:sp>
      <p:sp>
        <p:nvSpPr>
          <p:cNvPr id="40" name="PlaceHolder 2"/>
          <p:cNvSpPr>
            <a:spLocks noGrp="1"/>
          </p:cNvSpPr>
          <p:nvPr>
            <p:ph type="body"/>
          </p:nvPr>
        </p:nvSpPr>
        <p:spPr>
          <a:xfrm>
            <a:off x="457200" y="1673280"/>
            <a:ext cx="4038120" cy="4717800"/>
          </a:xfrm>
          <a:prstGeom prst="rect">
            <a:avLst/>
          </a:prstGeom>
          <a:noFill/>
          <a:ln w="0">
            <a:noFill/>
          </a:ln>
        </p:spPr>
        <p:txBody>
          <a:bodyPr lIns="91440" tIns="45720" rIns="91440" bIns="45720" anchor="t">
            <a:normAutofit fontScale="62500" lnSpcReduction="19999"/>
          </a:bodyPr>
          <a:lstStyle/>
          <a:p>
            <a:pPr marL="432000" indent="-324000">
              <a:spcBef>
                <a:spcPts val="1417"/>
              </a:spcBef>
              <a:buClr>
                <a:srgbClr val="000000"/>
              </a:buClr>
              <a:buSzPct val="45000"/>
              <a:buFont typeface="Wingdings" charset="2"/>
              <a:buChar char=""/>
            </a:pPr>
            <a:r>
              <a:rPr lang="es-ES" sz="28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28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28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8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8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800" b="0" u="none" strike="noStrike">
                <a:solidFill>
                  <a:srgbClr val="000000"/>
                </a:solidFill>
                <a:effectLst/>
                <a:uFillTx/>
                <a:latin typeface="Arial"/>
              </a:rPr>
              <a:t>Séptimo nivel del esquema</a:t>
            </a:r>
          </a:p>
        </p:txBody>
      </p:sp>
      <p:sp>
        <p:nvSpPr>
          <p:cNvPr id="41" name="PlaceHolder 3"/>
          <p:cNvSpPr>
            <a:spLocks noGrp="1"/>
          </p:cNvSpPr>
          <p:nvPr>
            <p:ph type="body"/>
          </p:nvPr>
        </p:nvSpPr>
        <p:spPr>
          <a:xfrm>
            <a:off x="4648320" y="1673280"/>
            <a:ext cx="4038120" cy="4717800"/>
          </a:xfrm>
          <a:prstGeom prst="rect">
            <a:avLst/>
          </a:prstGeom>
          <a:noFill/>
          <a:ln w="0">
            <a:noFill/>
          </a:ln>
        </p:spPr>
        <p:txBody>
          <a:bodyPr lIns="91440" tIns="45720" rIns="91440" bIns="45720" anchor="t">
            <a:normAutofit fontScale="62500" lnSpcReduction="19999"/>
          </a:bodyPr>
          <a:lstStyle/>
          <a:p>
            <a:pPr marL="432000" indent="-324000">
              <a:spcBef>
                <a:spcPts val="1417"/>
              </a:spcBef>
              <a:buClr>
                <a:srgbClr val="000000"/>
              </a:buClr>
              <a:buSzPct val="45000"/>
              <a:buFont typeface="Wingdings" charset="2"/>
              <a:buChar char=""/>
            </a:pPr>
            <a:r>
              <a:rPr lang="es-ES" sz="28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28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28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8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8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800" b="0" u="none" strike="noStrike">
                <a:solidFill>
                  <a:srgbClr val="000000"/>
                </a:solidFill>
                <a:effectLst/>
                <a:uFillTx/>
                <a:latin typeface="Arial"/>
              </a:rPr>
              <a:t>Séptimo nivel del esquema</a:t>
            </a:r>
          </a:p>
        </p:txBody>
      </p:sp>
      <p:sp>
        <p:nvSpPr>
          <p:cNvPr id="42" name="PlaceHolder 4"/>
          <p:cNvSpPr>
            <a:spLocks noGrp="1"/>
          </p:cNvSpPr>
          <p:nvPr>
            <p:ph type="dt" idx="16"/>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43" name="PlaceHolder 5"/>
          <p:cNvSpPr>
            <a:spLocks noGrp="1"/>
          </p:cNvSpPr>
          <p:nvPr>
            <p:ph type="ftr" idx="17"/>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44" name="PlaceHolder 6"/>
          <p:cNvSpPr>
            <a:spLocks noGrp="1"/>
          </p:cNvSpPr>
          <p:nvPr>
            <p:ph type="sldNum" idx="18"/>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4BC50246-2B4D-44AD-948D-B04BB6EF2CB9}"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WO_OBJECTS_WITH_TEXT">
    <p:bg>
      <p:bgPr>
        <a:solidFill>
          <a:schemeClr val="lt1"/>
        </a:solidFill>
        <a:effectLst/>
      </p:bgPr>
    </p:bg>
    <p:spTree>
      <p:nvGrpSpPr>
        <p:cNvPr id="1" name=""/>
        <p:cNvGrpSpPr/>
        <p:nvPr/>
      </p:nvGrpSpPr>
      <p:grpSpPr>
        <a:xfrm>
          <a:off x="0" y="0"/>
          <a:ext cx="0" cy="0"/>
          <a:chOff x="0" y="0"/>
          <a:chExt cx="0" cy="0"/>
        </a:xfrm>
      </p:grpSpPr>
      <p:sp>
        <p:nvSpPr>
          <p:cNvPr id="45"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46"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47" name="PlaceHolder 1"/>
          <p:cNvSpPr>
            <a:spLocks noGrp="1"/>
          </p:cNvSpPr>
          <p:nvPr>
            <p:ph type="title"/>
          </p:nvPr>
        </p:nvSpPr>
        <p:spPr>
          <a:xfrm>
            <a:off x="457200" y="533520"/>
            <a:ext cx="8229240" cy="990360"/>
          </a:xfrm>
          <a:prstGeom prst="rect">
            <a:avLst/>
          </a:prstGeom>
          <a:noFill/>
          <a:ln w="0">
            <a:noFill/>
          </a:ln>
        </p:spPr>
        <p:txBody>
          <a:bodyPr lIns="91440" tIns="45720" rIns="91440" bIns="45720" anchor="ctr">
            <a:normAutofit fontScale="85000" lnSpcReduction="19999"/>
          </a:bodyPr>
          <a:lstStyle/>
          <a:p>
            <a:pPr indent="0">
              <a:buNone/>
            </a:pPr>
            <a:r>
              <a:rPr lang="es-ES" sz="4000" b="0" u="none" strike="noStrike">
                <a:solidFill>
                  <a:srgbClr val="000000"/>
                </a:solidFill>
                <a:effectLst/>
                <a:uFillTx/>
                <a:latin typeface="Arial"/>
              </a:rPr>
              <a:t>Pulse para editar el formato del texto de título</a:t>
            </a:r>
          </a:p>
        </p:txBody>
      </p:sp>
      <p:sp>
        <p:nvSpPr>
          <p:cNvPr id="48" name="PlaceHolder 2"/>
          <p:cNvSpPr>
            <a:spLocks noGrp="1"/>
          </p:cNvSpPr>
          <p:nvPr>
            <p:ph type="body"/>
          </p:nvPr>
        </p:nvSpPr>
        <p:spPr>
          <a:xfrm>
            <a:off x="457200" y="1676520"/>
            <a:ext cx="3931560" cy="639360"/>
          </a:xfrm>
          <a:prstGeom prst="rect">
            <a:avLst/>
          </a:prstGeom>
          <a:noFill/>
          <a:ln w="0">
            <a:noFill/>
          </a:ln>
        </p:spPr>
        <p:txBody>
          <a:bodyPr lIns="91440" tIns="45720" rIns="91440" bIns="45720" anchor="ctr">
            <a:normAutofit fontScale="25000" lnSpcReduction="19999"/>
          </a:bodyPr>
          <a:lstStyle/>
          <a:p>
            <a:pPr marL="432000" indent="-324000">
              <a:spcBef>
                <a:spcPts val="1417"/>
              </a:spcBef>
              <a:buClr>
                <a:srgbClr val="000000"/>
              </a:buClr>
              <a:buSzPct val="45000"/>
              <a:buFont typeface="Wingdings" charset="2"/>
              <a:buChar char=""/>
            </a:pPr>
            <a:r>
              <a:rPr lang="es-ES" sz="20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20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20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p>
        </p:txBody>
      </p:sp>
      <p:sp>
        <p:nvSpPr>
          <p:cNvPr id="49" name="PlaceHolder 3"/>
          <p:cNvSpPr>
            <a:spLocks noGrp="1"/>
          </p:cNvSpPr>
          <p:nvPr>
            <p:ph type="body"/>
          </p:nvPr>
        </p:nvSpPr>
        <p:spPr>
          <a:xfrm>
            <a:off x="457200" y="2438280"/>
            <a:ext cx="3931560" cy="3951000"/>
          </a:xfrm>
          <a:prstGeom prst="rect">
            <a:avLst/>
          </a:prstGeom>
          <a:noFill/>
          <a:ln w="0">
            <a:noFill/>
          </a:ln>
        </p:spPr>
        <p:txBody>
          <a:bodyPr lIns="91440" tIns="45720" rIns="91440" bIns="45720" anchor="t">
            <a:normAutofit fontScale="70000" lnSpcReduction="19999"/>
          </a:bodyPr>
          <a:lstStyle/>
          <a:p>
            <a:pPr marL="432000" indent="-324000">
              <a:spcBef>
                <a:spcPts val="1417"/>
              </a:spcBef>
              <a:buClr>
                <a:srgbClr val="000000"/>
              </a:buClr>
              <a:buSzPct val="45000"/>
              <a:buFont typeface="Wingdings" charset="2"/>
              <a:buChar char=""/>
            </a:pPr>
            <a:r>
              <a:rPr lang="es-ES" sz="24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24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24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Séptimo nivel del esquema</a:t>
            </a:r>
          </a:p>
        </p:txBody>
      </p:sp>
      <p:sp>
        <p:nvSpPr>
          <p:cNvPr id="50" name="PlaceHolder 4"/>
          <p:cNvSpPr>
            <a:spLocks noGrp="1"/>
          </p:cNvSpPr>
          <p:nvPr>
            <p:ph type="body"/>
          </p:nvPr>
        </p:nvSpPr>
        <p:spPr>
          <a:xfrm>
            <a:off x="4754880" y="1676520"/>
            <a:ext cx="3931560" cy="639360"/>
          </a:xfrm>
          <a:prstGeom prst="rect">
            <a:avLst/>
          </a:prstGeom>
          <a:noFill/>
          <a:ln w="0">
            <a:noFill/>
          </a:ln>
        </p:spPr>
        <p:txBody>
          <a:bodyPr lIns="91440" tIns="45720" rIns="91440" bIns="45720" anchor="ctr">
            <a:normAutofit fontScale="25000" lnSpcReduction="19999"/>
          </a:bodyPr>
          <a:lstStyle/>
          <a:p>
            <a:pPr marL="432000" indent="-324000">
              <a:spcBef>
                <a:spcPts val="1417"/>
              </a:spcBef>
              <a:buClr>
                <a:srgbClr val="000000"/>
              </a:buClr>
              <a:buSzPct val="45000"/>
              <a:buFont typeface="Wingdings" charset="2"/>
              <a:buChar char=""/>
            </a:pPr>
            <a:r>
              <a:rPr lang="es-ES" sz="20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20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20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p>
        </p:txBody>
      </p:sp>
      <p:sp>
        <p:nvSpPr>
          <p:cNvPr id="51" name="PlaceHolder 5"/>
          <p:cNvSpPr>
            <a:spLocks noGrp="1"/>
          </p:cNvSpPr>
          <p:nvPr>
            <p:ph type="body"/>
          </p:nvPr>
        </p:nvSpPr>
        <p:spPr>
          <a:xfrm>
            <a:off x="4754880" y="2438280"/>
            <a:ext cx="3931560" cy="3951000"/>
          </a:xfrm>
          <a:prstGeom prst="rect">
            <a:avLst/>
          </a:prstGeom>
          <a:noFill/>
          <a:ln w="0">
            <a:noFill/>
          </a:ln>
        </p:spPr>
        <p:txBody>
          <a:bodyPr lIns="91440" tIns="45720" rIns="91440" bIns="45720" anchor="t">
            <a:normAutofit fontScale="70000" lnSpcReduction="19999"/>
          </a:bodyPr>
          <a:lstStyle/>
          <a:p>
            <a:pPr marL="432000" indent="-324000">
              <a:spcBef>
                <a:spcPts val="1417"/>
              </a:spcBef>
              <a:buClr>
                <a:srgbClr val="000000"/>
              </a:buClr>
              <a:buSzPct val="45000"/>
              <a:buFont typeface="Wingdings" charset="2"/>
              <a:buChar char=""/>
            </a:pPr>
            <a:r>
              <a:rPr lang="es-ES" sz="24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24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24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2400" b="0" u="none" strike="noStrike">
                <a:solidFill>
                  <a:srgbClr val="000000"/>
                </a:solidFill>
                <a:effectLst/>
                <a:uFillTx/>
                <a:latin typeface="Arial"/>
              </a:rPr>
              <a:t>Séptimo nivel del esquema</a:t>
            </a:r>
          </a:p>
        </p:txBody>
      </p:sp>
      <p:sp>
        <p:nvSpPr>
          <p:cNvPr id="52" name="PlaceHolder 6"/>
          <p:cNvSpPr>
            <a:spLocks noGrp="1"/>
          </p:cNvSpPr>
          <p:nvPr>
            <p:ph type="dt" idx="19"/>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53" name="PlaceHolder 7"/>
          <p:cNvSpPr>
            <a:spLocks noGrp="1"/>
          </p:cNvSpPr>
          <p:nvPr>
            <p:ph type="ftr" idx="20"/>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54" name="PlaceHolder 8"/>
          <p:cNvSpPr>
            <a:spLocks noGrp="1"/>
          </p:cNvSpPr>
          <p:nvPr>
            <p:ph type="sldNum" idx="21"/>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405D3783-AAEE-4CAD-AB57-642E80F581A7}"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cxnSp>
        <p:nvCxnSpPr>
          <p:cNvPr id="55" name="Google Shape;49;p9"/>
          <p:cNvCxnSpPr/>
          <p:nvPr/>
        </p:nvCxnSpPr>
        <p:spPr>
          <a:xfrm flipH="1">
            <a:off x="4572000" y="1691640"/>
            <a:ext cx="1080" cy="4709520"/>
          </a:xfrm>
          <a:prstGeom prst="straightConnector1">
            <a:avLst/>
          </a:prstGeom>
          <a:ln w="19050">
            <a:solidFill>
              <a:srgbClr val="D2533C"/>
            </a:solidFill>
            <a:roun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56"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57"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58" name="PlaceHolder 1"/>
          <p:cNvSpPr>
            <a:spLocks noGrp="1"/>
          </p:cNvSpPr>
          <p:nvPr>
            <p:ph type="title"/>
          </p:nvPr>
        </p:nvSpPr>
        <p:spPr>
          <a:xfrm>
            <a:off x="457200" y="533520"/>
            <a:ext cx="8229240" cy="990360"/>
          </a:xfrm>
          <a:prstGeom prst="rect">
            <a:avLst/>
          </a:prstGeom>
          <a:noFill/>
          <a:ln w="0">
            <a:noFill/>
          </a:ln>
        </p:spPr>
        <p:txBody>
          <a:bodyPr lIns="91440" tIns="45720" rIns="91440" bIns="45720" anchor="ctr">
            <a:normAutofit fontScale="85000" lnSpcReduction="19999"/>
          </a:bodyPr>
          <a:lstStyle/>
          <a:p>
            <a:pPr indent="0">
              <a:buNone/>
            </a:pPr>
            <a:r>
              <a:rPr lang="es-ES" sz="4000" b="0" u="none" strike="noStrike">
                <a:solidFill>
                  <a:srgbClr val="000000"/>
                </a:solidFill>
                <a:effectLst/>
                <a:uFillTx/>
                <a:latin typeface="Arial"/>
              </a:rPr>
              <a:t>Pulse para editar el formato del texto de título</a:t>
            </a:r>
          </a:p>
        </p:txBody>
      </p:sp>
      <p:sp>
        <p:nvSpPr>
          <p:cNvPr id="59" name="PlaceHolder 2"/>
          <p:cNvSpPr>
            <a:spLocks noGrp="1"/>
          </p:cNvSpPr>
          <p:nvPr>
            <p:ph type="dt" idx="22"/>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60" name="PlaceHolder 3"/>
          <p:cNvSpPr>
            <a:spLocks noGrp="1"/>
          </p:cNvSpPr>
          <p:nvPr>
            <p:ph type="ftr" idx="23"/>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61" name="PlaceHolder 4"/>
          <p:cNvSpPr>
            <a:spLocks noGrp="1"/>
          </p:cNvSpPr>
          <p:nvPr>
            <p:ph type="sldNum" idx="24"/>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3DACEBB2-5863-4291-8C78-FABEB43608E7}"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
        <p:nvSpPr>
          <p:cNvPr id="62"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63"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64" name="PlaceHolder 1"/>
          <p:cNvSpPr>
            <a:spLocks noGrp="1"/>
          </p:cNvSpPr>
          <p:nvPr>
            <p:ph type="dt" idx="25"/>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65" name="PlaceHolder 2"/>
          <p:cNvSpPr>
            <a:spLocks noGrp="1"/>
          </p:cNvSpPr>
          <p:nvPr>
            <p:ph type="ftr" idx="26"/>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66" name="PlaceHolder 3"/>
          <p:cNvSpPr>
            <a:spLocks noGrp="1"/>
          </p:cNvSpPr>
          <p:nvPr>
            <p:ph type="sldNum" idx="27"/>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1D3BC7A0-0852-424A-937A-49F8F7D24994}"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OBJECT_WITH_CAPTION_TEXT">
    <p:bg>
      <p:bgPr>
        <a:solidFill>
          <a:schemeClr val="lt1"/>
        </a:solidFill>
        <a:effectLst/>
      </p:bgPr>
    </p:bg>
    <p:spTree>
      <p:nvGrpSpPr>
        <p:cNvPr id="1" name=""/>
        <p:cNvGrpSpPr/>
        <p:nvPr/>
      </p:nvGrpSpPr>
      <p:grpSpPr>
        <a:xfrm>
          <a:off x="0" y="0"/>
          <a:ext cx="0" cy="0"/>
          <a:chOff x="0" y="0"/>
          <a:chExt cx="0" cy="0"/>
        </a:xfrm>
      </p:grpSpPr>
      <p:sp>
        <p:nvSpPr>
          <p:cNvPr id="67"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68"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69" name="PlaceHolder 1"/>
          <p:cNvSpPr>
            <a:spLocks noGrp="1"/>
          </p:cNvSpPr>
          <p:nvPr>
            <p:ph type="title"/>
          </p:nvPr>
        </p:nvSpPr>
        <p:spPr>
          <a:xfrm>
            <a:off x="457200" y="792000"/>
            <a:ext cx="2139480" cy="1261440"/>
          </a:xfrm>
          <a:prstGeom prst="rect">
            <a:avLst/>
          </a:prstGeom>
          <a:noFill/>
          <a:ln w="0">
            <a:noFill/>
          </a:ln>
        </p:spPr>
        <p:txBody>
          <a:bodyPr lIns="91440" tIns="45720" rIns="91440" bIns="45720" anchor="b">
            <a:noAutofit/>
          </a:bodyPr>
          <a:lstStyle/>
          <a:p>
            <a:pPr indent="0">
              <a:buNone/>
            </a:pPr>
            <a:r>
              <a:rPr lang="es-ES" sz="2400" b="0" u="none" strike="noStrike">
                <a:solidFill>
                  <a:srgbClr val="000000"/>
                </a:solidFill>
                <a:effectLst/>
                <a:uFillTx/>
                <a:latin typeface="Arial"/>
              </a:rPr>
              <a:t>Pulse para editar el formato del texto de título</a:t>
            </a:r>
          </a:p>
        </p:txBody>
      </p:sp>
      <p:sp>
        <p:nvSpPr>
          <p:cNvPr id="70" name="PlaceHolder 2"/>
          <p:cNvSpPr>
            <a:spLocks noGrp="1"/>
          </p:cNvSpPr>
          <p:nvPr>
            <p:ph type="body"/>
          </p:nvPr>
        </p:nvSpPr>
        <p:spPr>
          <a:xfrm>
            <a:off x="2971800" y="792000"/>
            <a:ext cx="5714640" cy="5577480"/>
          </a:xfrm>
          <a:prstGeom prst="rect">
            <a:avLst/>
          </a:prstGeom>
          <a:noFill/>
          <a:ln w="0">
            <a:noFill/>
          </a:ln>
        </p:spPr>
        <p:txBody>
          <a:bodyPr lIns="91440" tIns="45720" rIns="91440" bIns="45720" anchor="t">
            <a:normAutofit fontScale="92500" lnSpcReduction="19999"/>
          </a:bodyPr>
          <a:lstStyle/>
          <a:p>
            <a:pPr marL="432000" indent="-324000">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32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32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32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32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32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3200" b="0" u="none" strike="noStrike">
                <a:solidFill>
                  <a:srgbClr val="000000"/>
                </a:solidFill>
                <a:effectLst/>
                <a:uFillTx/>
                <a:latin typeface="Arial"/>
              </a:rPr>
              <a:t>Séptimo nivel del esquema</a:t>
            </a:r>
          </a:p>
        </p:txBody>
      </p:sp>
      <p:sp>
        <p:nvSpPr>
          <p:cNvPr id="71" name="PlaceHolder 3"/>
          <p:cNvSpPr>
            <a:spLocks noGrp="1"/>
          </p:cNvSpPr>
          <p:nvPr>
            <p:ph type="body"/>
          </p:nvPr>
        </p:nvSpPr>
        <p:spPr>
          <a:xfrm>
            <a:off x="457200" y="2130480"/>
            <a:ext cx="2139480" cy="4243320"/>
          </a:xfrm>
          <a:prstGeom prst="rect">
            <a:avLst/>
          </a:prstGeom>
          <a:noFill/>
          <a:ln w="0">
            <a:noFill/>
          </a:ln>
        </p:spPr>
        <p:txBody>
          <a:bodyPr lIns="91440" tIns="45720" rIns="91440" bIns="45720" anchor="t">
            <a:normAutofit fontScale="25000" lnSpcReduction="19999"/>
          </a:bodyPr>
          <a:lstStyle/>
          <a:p>
            <a:pPr marL="432000" indent="-324000">
              <a:spcBef>
                <a:spcPts val="1417"/>
              </a:spcBef>
              <a:buClr>
                <a:srgbClr val="000000"/>
              </a:buClr>
              <a:buSzPct val="45000"/>
              <a:buFont typeface="Wingdings" charset="2"/>
              <a:buChar char=""/>
            </a:pPr>
            <a:r>
              <a:rPr lang="es-ES" sz="14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14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14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14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14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14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1400" b="0" u="none" strike="noStrike">
                <a:solidFill>
                  <a:srgbClr val="000000"/>
                </a:solidFill>
                <a:effectLst/>
                <a:uFillTx/>
                <a:latin typeface="Arial"/>
              </a:rPr>
              <a:t>Séptimo nivel del esquema</a:t>
            </a:r>
          </a:p>
        </p:txBody>
      </p:sp>
      <p:sp>
        <p:nvSpPr>
          <p:cNvPr id="72" name="PlaceHolder 4"/>
          <p:cNvSpPr>
            <a:spLocks noGrp="1"/>
          </p:cNvSpPr>
          <p:nvPr>
            <p:ph type="dt" idx="28"/>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73" name="PlaceHolder 5"/>
          <p:cNvSpPr>
            <a:spLocks noGrp="1"/>
          </p:cNvSpPr>
          <p:nvPr>
            <p:ph type="ftr" idx="29"/>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74" name="PlaceHolder 6"/>
          <p:cNvSpPr>
            <a:spLocks noGrp="1"/>
          </p:cNvSpPr>
          <p:nvPr>
            <p:ph type="sldNum" idx="30"/>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C780ECA0-7C0D-4CD5-829C-822A73946956}"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cxnSp>
        <p:nvCxnSpPr>
          <p:cNvPr id="75" name="Google Shape;66;p12"/>
          <p:cNvCxnSpPr/>
          <p:nvPr/>
        </p:nvCxnSpPr>
        <p:spPr>
          <a:xfrm flipH="1">
            <a:off x="2774880" y="792000"/>
            <a:ext cx="1800" cy="5578200"/>
          </a:xfrm>
          <a:prstGeom prst="straightConnector1">
            <a:avLst/>
          </a:prstGeom>
          <a:ln w="19050">
            <a:solidFill>
              <a:srgbClr val="D2533C"/>
            </a:solidFill>
            <a:roun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_WITH_CAPTION_TEXT">
    <p:bg>
      <p:bgPr>
        <a:solidFill>
          <a:schemeClr val="lt1"/>
        </a:solidFill>
        <a:effectLst/>
      </p:bgPr>
    </p:bg>
    <p:spTree>
      <p:nvGrpSpPr>
        <p:cNvPr id="1" name=""/>
        <p:cNvGrpSpPr/>
        <p:nvPr/>
      </p:nvGrpSpPr>
      <p:grpSpPr>
        <a:xfrm>
          <a:off x="0" y="0"/>
          <a:ext cx="0" cy="0"/>
          <a:chOff x="0" y="0"/>
          <a:chExt cx="0" cy="0"/>
        </a:xfrm>
      </p:grpSpPr>
      <p:sp>
        <p:nvSpPr>
          <p:cNvPr id="76" name="Google Shape;6;p4"/>
          <p:cNvSpPr/>
          <p:nvPr/>
        </p:nvSpPr>
        <p:spPr>
          <a:xfrm>
            <a:off x="0" y="220680"/>
            <a:ext cx="9143640" cy="2282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77" name="Google Shape;9;p4"/>
          <p:cNvSpPr/>
          <p:nvPr/>
        </p:nvSpPr>
        <p:spPr>
          <a:xfrm>
            <a:off x="0" y="0"/>
            <a:ext cx="9143640" cy="3654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s-ES" sz="1800" b="0" u="none" strike="noStrike">
              <a:solidFill>
                <a:schemeClr val="lt1"/>
              </a:solidFill>
              <a:effectLst/>
              <a:uFillTx/>
              <a:latin typeface="Arial"/>
              <a:ea typeface="Arial"/>
            </a:endParaRPr>
          </a:p>
        </p:txBody>
      </p:sp>
      <p:sp>
        <p:nvSpPr>
          <p:cNvPr id="78" name="PlaceHolder 1"/>
          <p:cNvSpPr>
            <a:spLocks noGrp="1"/>
          </p:cNvSpPr>
          <p:nvPr>
            <p:ph type="title"/>
          </p:nvPr>
        </p:nvSpPr>
        <p:spPr>
          <a:xfrm>
            <a:off x="457200" y="792360"/>
            <a:ext cx="2142360" cy="1264680"/>
          </a:xfrm>
          <a:prstGeom prst="rect">
            <a:avLst/>
          </a:prstGeom>
          <a:noFill/>
          <a:ln w="0">
            <a:noFill/>
          </a:ln>
        </p:spPr>
        <p:txBody>
          <a:bodyPr lIns="91440" tIns="45720" rIns="91440" bIns="45720" anchor="b">
            <a:normAutofit fontScale="92500" lnSpcReduction="19999"/>
          </a:bodyPr>
          <a:lstStyle/>
          <a:p>
            <a:pPr indent="0">
              <a:buNone/>
            </a:pPr>
            <a:r>
              <a:rPr lang="es-ES" sz="2400" b="0" u="none" strike="noStrike">
                <a:solidFill>
                  <a:srgbClr val="000000"/>
                </a:solidFill>
                <a:effectLst/>
                <a:uFillTx/>
                <a:latin typeface="Arial"/>
              </a:rPr>
              <a:t>Pulse para editar el formato del texto de título</a:t>
            </a:r>
          </a:p>
        </p:txBody>
      </p:sp>
      <p:sp>
        <p:nvSpPr>
          <p:cNvPr id="79" name="PlaceHolder 2"/>
          <p:cNvSpPr>
            <a:spLocks noGrp="1"/>
          </p:cNvSpPr>
          <p:nvPr>
            <p:ph type="body"/>
          </p:nvPr>
        </p:nvSpPr>
        <p:spPr>
          <a:xfrm>
            <a:off x="2858760" y="838080"/>
            <a:ext cx="5904000" cy="5500080"/>
          </a:xfrm>
          <a:prstGeom prst="rect">
            <a:avLst/>
          </a:prstGeom>
          <a:solidFill>
            <a:schemeClr val="lt2"/>
          </a:solidFill>
          <a:ln w="76320">
            <a:solidFill>
              <a:srgbClr val="FFFFFF"/>
            </a:solidFill>
            <a:miter/>
          </a:ln>
          <a:effectLst>
            <a:outerShdw blurRad="50760" dist="12600" dir="5400000" rotWithShape="0">
              <a:srgbClr val="000000">
                <a:alpha val="59000"/>
              </a:srgbClr>
            </a:outerShdw>
          </a:effectLst>
        </p:spPr>
        <p:txBody>
          <a:bodyPr lIns="91440" tIns="45720" rIns="91440" bIns="45720" anchor="t">
            <a:normAutofit fontScale="92500" lnSpcReduction="9999"/>
          </a:bodyPr>
          <a:lstStyle/>
          <a:p>
            <a:pPr marL="432000" indent="-324000">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32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32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32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32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32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3200" b="0" u="none" strike="noStrike">
                <a:solidFill>
                  <a:srgbClr val="000000"/>
                </a:solidFill>
                <a:effectLst/>
                <a:uFillTx/>
                <a:latin typeface="Arial"/>
              </a:rPr>
              <a:t>Séptimo nivel del esquema</a:t>
            </a:r>
          </a:p>
        </p:txBody>
      </p:sp>
      <p:sp>
        <p:nvSpPr>
          <p:cNvPr id="80" name="PlaceHolder 3"/>
          <p:cNvSpPr>
            <a:spLocks noGrp="1"/>
          </p:cNvSpPr>
          <p:nvPr>
            <p:ph type="body"/>
          </p:nvPr>
        </p:nvSpPr>
        <p:spPr>
          <a:xfrm>
            <a:off x="457200" y="2133720"/>
            <a:ext cx="2139480" cy="4242600"/>
          </a:xfrm>
          <a:prstGeom prst="rect">
            <a:avLst/>
          </a:prstGeom>
          <a:noFill/>
          <a:ln w="0">
            <a:noFill/>
          </a:ln>
        </p:spPr>
        <p:txBody>
          <a:bodyPr lIns="91440" tIns="45720" rIns="91440" bIns="45720" anchor="t">
            <a:normAutofit fontScale="25000" lnSpcReduction="19999"/>
          </a:bodyPr>
          <a:lstStyle/>
          <a:p>
            <a:pPr marL="432000" indent="-324000">
              <a:spcBef>
                <a:spcPts val="1417"/>
              </a:spcBef>
              <a:buClr>
                <a:srgbClr val="000000"/>
              </a:buClr>
              <a:buSzPct val="45000"/>
              <a:buFont typeface="Wingdings" charset="2"/>
              <a:buChar char=""/>
            </a:pPr>
            <a:r>
              <a:rPr lang="es-ES" sz="14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ES" sz="14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ES" sz="14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ES" sz="14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ES" sz="14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ES" sz="14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ES" sz="1400" b="0" u="none" strike="noStrike">
                <a:solidFill>
                  <a:srgbClr val="000000"/>
                </a:solidFill>
                <a:effectLst/>
                <a:uFillTx/>
                <a:latin typeface="Arial"/>
              </a:rPr>
              <a:t>Séptimo nivel del esquema</a:t>
            </a:r>
          </a:p>
        </p:txBody>
      </p:sp>
      <p:sp>
        <p:nvSpPr>
          <p:cNvPr id="81" name="PlaceHolder 4"/>
          <p:cNvSpPr>
            <a:spLocks noGrp="1"/>
          </p:cNvSpPr>
          <p:nvPr>
            <p:ph type="dt" idx="31"/>
          </p:nvPr>
        </p:nvSpPr>
        <p:spPr>
          <a:xfrm>
            <a:off x="457200" y="18360"/>
            <a:ext cx="2895120" cy="328680"/>
          </a:xfrm>
          <a:prstGeom prst="rect">
            <a:avLst/>
          </a:prstGeom>
          <a:noFill/>
          <a:ln w="0">
            <a:noFill/>
          </a:ln>
        </p:spPr>
        <p:txBody>
          <a:bodyPr lIns="91440" tIns="45720" rIns="9144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p>
        </p:txBody>
      </p:sp>
      <p:sp>
        <p:nvSpPr>
          <p:cNvPr id="82" name="PlaceHolder 5"/>
          <p:cNvSpPr>
            <a:spLocks noGrp="1"/>
          </p:cNvSpPr>
          <p:nvPr>
            <p:ph type="ftr" idx="32"/>
          </p:nvPr>
        </p:nvSpPr>
        <p:spPr>
          <a:xfrm>
            <a:off x="3429000" y="18360"/>
            <a:ext cx="4114440" cy="328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83" name="PlaceHolder 6"/>
          <p:cNvSpPr>
            <a:spLocks noGrp="1"/>
          </p:cNvSpPr>
          <p:nvPr>
            <p:ph type="sldNum" idx="33"/>
          </p:nvPr>
        </p:nvSpPr>
        <p:spPr>
          <a:xfrm>
            <a:off x="7620120" y="18360"/>
            <a:ext cx="1066320" cy="328680"/>
          </a:xfrm>
          <a:prstGeom prst="rect">
            <a:avLst/>
          </a:prstGeom>
          <a:noFill/>
          <a:ln w="0">
            <a:noFill/>
          </a:ln>
        </p:spPr>
        <p:txBody>
          <a:bodyPr lIns="91440" tIns="45720" rIns="91440" bIns="45720" anchor="ctr">
            <a:noAutofit/>
          </a:bodyPr>
          <a:lstStyle>
            <a:lvl1pPr indent="0">
              <a:lnSpc>
                <a:spcPct val="100000"/>
              </a:lnSpc>
              <a:buNone/>
              <a:tabLst>
                <a:tab pos="0" algn="l"/>
              </a:tabLst>
              <a:defRPr lang="en-US" sz="1400" b="1" u="none" strike="noStrike">
                <a:solidFill>
                  <a:srgbClr val="FFFFFF"/>
                </a:solidFill>
                <a:effectLst/>
                <a:uFillTx/>
                <a:latin typeface="Arial"/>
                <a:ea typeface="Arial"/>
              </a:defRPr>
            </a:lvl1pPr>
          </a:lstStyle>
          <a:p>
            <a:pPr indent="0">
              <a:lnSpc>
                <a:spcPct val="100000"/>
              </a:lnSpc>
              <a:buNone/>
              <a:tabLst>
                <a:tab pos="0" algn="l"/>
              </a:tabLst>
            </a:pPr>
            <a:fld id="{5AD4D715-E999-4519-9FC8-0F74FC79A43F}" type="slidenum">
              <a:rPr lang="en-US" sz="1400" b="1" u="none" strike="noStrike">
                <a:solidFill>
                  <a:srgbClr val="FFFFFF"/>
                </a:solidFill>
                <a:effectLst/>
                <a:uFillTx/>
                <a:latin typeface="Arial"/>
                <a:ea typeface="Arial"/>
              </a:rPr>
              <a:t>‹Nº›</a:t>
            </a:fld>
            <a:endParaRPr lang="es-ES" sz="14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ZMQbHMgK2rw"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685800" y="1371600"/>
            <a:ext cx="7848360" cy="1926720"/>
          </a:xfrm>
          <a:prstGeom prst="rect">
            <a:avLst/>
          </a:prstGeom>
          <a:noFill/>
          <a:ln w="0">
            <a:noFill/>
          </a:ln>
        </p:spPr>
        <p:txBody>
          <a:bodyPr lIns="91440" tIns="45720" rIns="91440" bIns="45720" anchor="b">
            <a:noAutofit/>
          </a:bodyPr>
          <a:lstStyle/>
          <a:p>
            <a:pPr indent="0">
              <a:lnSpc>
                <a:spcPct val="100000"/>
              </a:lnSpc>
              <a:buNone/>
              <a:tabLst>
                <a:tab pos="0" algn="l"/>
              </a:tabLst>
            </a:pPr>
            <a:r>
              <a:rPr lang="en-US" sz="5400" b="0" u="none" strike="noStrike" dirty="0">
                <a:solidFill>
                  <a:schemeClr val="dk2"/>
                </a:solidFill>
                <a:effectLst/>
                <a:uFillTx/>
                <a:latin typeface="Arial"/>
                <a:ea typeface="Arial"/>
              </a:rPr>
              <a:t>#ROBOBET</a:t>
            </a:r>
            <a:endParaRPr lang="es-ES" sz="5400" b="0" u="none" strike="noStrike" dirty="0">
              <a:solidFill>
                <a:srgbClr val="000000"/>
              </a:solidFill>
              <a:effectLst/>
              <a:uFillTx/>
              <a:latin typeface="Arial"/>
            </a:endParaRPr>
          </a:p>
        </p:txBody>
      </p:sp>
      <p:sp>
        <p:nvSpPr>
          <p:cNvPr id="85" name="PlaceHolder 2"/>
          <p:cNvSpPr>
            <a:spLocks noGrp="1"/>
          </p:cNvSpPr>
          <p:nvPr>
            <p:ph type="subTitle"/>
          </p:nvPr>
        </p:nvSpPr>
        <p:spPr>
          <a:xfrm>
            <a:off x="685800" y="3505320"/>
            <a:ext cx="3515760" cy="2618640"/>
          </a:xfrm>
          <a:prstGeom prst="rect">
            <a:avLst/>
          </a:prstGeom>
          <a:noFill/>
          <a:ln w="0">
            <a:noFill/>
          </a:ln>
        </p:spPr>
        <p:txBody>
          <a:bodyPr lIns="91440" tIns="45720" rIns="91440" bIns="45720" anchor="t">
            <a:normAutofit/>
          </a:bodyPr>
          <a:lstStyle/>
          <a:p>
            <a:pPr indent="0">
              <a:lnSpc>
                <a:spcPct val="80000"/>
              </a:lnSpc>
              <a:buNone/>
              <a:tabLst>
                <a:tab pos="0" algn="l"/>
              </a:tabLst>
            </a:pPr>
            <a:r>
              <a:rPr lang="en-US" sz="1679" b="0" u="none" strike="noStrike">
                <a:solidFill>
                  <a:schemeClr val="dk1"/>
                </a:solidFill>
                <a:effectLst/>
                <a:uFillTx/>
                <a:latin typeface="Arial"/>
                <a:ea typeface="Arial"/>
              </a:rPr>
              <a:t>AUTHORS</a:t>
            </a:r>
            <a:endParaRPr lang="es-ES" sz="1679" b="0" u="none" strike="noStrike">
              <a:solidFill>
                <a:srgbClr val="000000"/>
              </a:solidFill>
              <a:effectLst/>
              <a:uFillTx/>
              <a:latin typeface="Arial"/>
            </a:endParaRPr>
          </a:p>
          <a:p>
            <a:pPr indent="0">
              <a:lnSpc>
                <a:spcPct val="80000"/>
              </a:lnSpc>
              <a:spcBef>
                <a:spcPts val="337"/>
              </a:spcBef>
              <a:buNone/>
              <a:tabLst>
                <a:tab pos="0" algn="l"/>
              </a:tabLst>
            </a:pPr>
            <a:endParaRPr lang="es-ES" sz="1679" b="0" u="none" strike="noStrike">
              <a:solidFill>
                <a:srgbClr val="000000"/>
              </a:solidFill>
              <a:effectLst/>
              <a:uFillTx/>
              <a:latin typeface="Arial"/>
            </a:endParaRPr>
          </a:p>
          <a:p>
            <a:pPr indent="0">
              <a:lnSpc>
                <a:spcPct val="150000"/>
              </a:lnSpc>
              <a:spcBef>
                <a:spcPts val="337"/>
              </a:spcBef>
              <a:buNone/>
              <a:tabLst>
                <a:tab pos="0" algn="l"/>
              </a:tabLst>
            </a:pPr>
            <a:r>
              <a:rPr lang="en-US" sz="1679" b="0" u="none" strike="noStrike">
                <a:solidFill>
                  <a:schemeClr val="dk1"/>
                </a:solidFill>
                <a:effectLst/>
                <a:uFillTx/>
                <a:latin typeface="Arial"/>
                <a:ea typeface="Arial"/>
              </a:rPr>
              <a:t>#Amin El Alam</a:t>
            </a:r>
            <a:endParaRPr lang="es-ES" sz="1679" b="0" u="none" strike="noStrike">
              <a:solidFill>
                <a:srgbClr val="000000"/>
              </a:solidFill>
              <a:effectLst/>
              <a:uFillTx/>
              <a:latin typeface="Arial"/>
            </a:endParaRPr>
          </a:p>
          <a:p>
            <a:pPr indent="0">
              <a:lnSpc>
                <a:spcPct val="150000"/>
              </a:lnSpc>
              <a:spcBef>
                <a:spcPts val="337"/>
              </a:spcBef>
              <a:buNone/>
              <a:tabLst>
                <a:tab pos="0" algn="l"/>
              </a:tabLst>
            </a:pPr>
            <a:r>
              <a:rPr lang="en-US" sz="1679" b="0" u="none" strike="noStrike">
                <a:solidFill>
                  <a:schemeClr val="dk1"/>
                </a:solidFill>
                <a:effectLst/>
                <a:uFillTx/>
                <a:latin typeface="Arial"/>
                <a:ea typeface="Arial"/>
              </a:rPr>
              <a:t>#Roger Casanovas</a:t>
            </a:r>
            <a:endParaRPr lang="es-ES" sz="1679" b="0" u="none" strike="noStrike">
              <a:solidFill>
                <a:srgbClr val="000000"/>
              </a:solidFill>
              <a:effectLst/>
              <a:uFillTx/>
              <a:latin typeface="Arial"/>
            </a:endParaRPr>
          </a:p>
          <a:p>
            <a:pPr indent="0">
              <a:lnSpc>
                <a:spcPct val="150000"/>
              </a:lnSpc>
              <a:spcBef>
                <a:spcPts val="337"/>
              </a:spcBef>
              <a:buNone/>
              <a:tabLst>
                <a:tab pos="0" algn="l"/>
              </a:tabLst>
            </a:pPr>
            <a:r>
              <a:rPr lang="en-US" sz="1679" b="0" u="none" strike="noStrike">
                <a:solidFill>
                  <a:schemeClr val="dk1"/>
                </a:solidFill>
                <a:effectLst/>
                <a:uFillTx/>
                <a:latin typeface="Arial"/>
                <a:ea typeface="Arial"/>
              </a:rPr>
              <a:t>#Ferran Fernandez</a:t>
            </a:r>
            <a:endParaRPr lang="es-ES" sz="1679" b="0" u="none" strike="noStrike">
              <a:solidFill>
                <a:srgbClr val="000000"/>
              </a:solidFill>
              <a:effectLst/>
              <a:uFillTx/>
              <a:latin typeface="Arial"/>
            </a:endParaRPr>
          </a:p>
          <a:p>
            <a:pPr indent="0">
              <a:lnSpc>
                <a:spcPct val="150000"/>
              </a:lnSpc>
              <a:spcBef>
                <a:spcPts val="337"/>
              </a:spcBef>
              <a:buNone/>
              <a:tabLst>
                <a:tab pos="0" algn="l"/>
              </a:tabLst>
            </a:pPr>
            <a:r>
              <a:rPr lang="en-US" sz="1679" b="0" u="none" strike="noStrike">
                <a:solidFill>
                  <a:schemeClr val="dk1"/>
                </a:solidFill>
                <a:effectLst/>
                <a:uFillTx/>
                <a:latin typeface="Arial"/>
                <a:ea typeface="Arial"/>
              </a:rPr>
              <a:t>#Arnau Jané</a:t>
            </a:r>
            <a:endParaRPr lang="es-ES" sz="1679" b="0" u="none" strike="noStrike">
              <a:solidFill>
                <a:srgbClr val="000000"/>
              </a:solidFill>
              <a:effectLst/>
              <a:uFillTx/>
              <a:latin typeface="Arial"/>
            </a:endParaRPr>
          </a:p>
          <a:p>
            <a:pPr indent="0">
              <a:lnSpc>
                <a:spcPct val="80000"/>
              </a:lnSpc>
              <a:spcBef>
                <a:spcPts val="337"/>
              </a:spcBef>
              <a:buNone/>
              <a:tabLst>
                <a:tab pos="0" algn="l"/>
              </a:tabLst>
            </a:pPr>
            <a:endParaRPr lang="es-ES" sz="1679" b="0" u="none" strike="noStrike">
              <a:solidFill>
                <a:srgbClr val="000000"/>
              </a:solidFill>
              <a:effectLst/>
              <a:uFillTx/>
              <a:latin typeface="Arial"/>
            </a:endParaRPr>
          </a:p>
        </p:txBody>
      </p:sp>
      <p:pic>
        <p:nvPicPr>
          <p:cNvPr id="86" name="Google Shape;92;p1"/>
          <p:cNvPicPr/>
          <p:nvPr/>
        </p:nvPicPr>
        <p:blipFill>
          <a:blip r:embed="rId2"/>
          <a:stretch/>
        </p:blipFill>
        <p:spPr>
          <a:xfrm>
            <a:off x="5871240" y="6123960"/>
            <a:ext cx="3007440" cy="540360"/>
          </a:xfrm>
          <a:prstGeom prst="rect">
            <a:avLst/>
          </a:prstGeom>
          <a:noFill/>
          <a:ln w="0">
            <a:noFill/>
          </a:ln>
        </p:spPr>
      </p:pic>
      <p:pic>
        <p:nvPicPr>
          <p:cNvPr id="87" name="Google Shape;93;p1"/>
          <p:cNvPicPr/>
          <p:nvPr/>
        </p:nvPicPr>
        <p:blipFill>
          <a:blip r:embed="rId3"/>
          <a:stretch/>
        </p:blipFill>
        <p:spPr>
          <a:xfrm>
            <a:off x="6338160" y="882000"/>
            <a:ext cx="2195640" cy="2195640"/>
          </a:xfrm>
          <a:prstGeom prst="rect">
            <a:avLst/>
          </a:prstGeom>
          <a:noFill/>
          <a:ln w="0">
            <a:noFill/>
          </a:ln>
        </p:spPr>
      </p:pic>
      <p:sp>
        <p:nvSpPr>
          <p:cNvPr id="88" name="Google Shape;94;p1"/>
          <p:cNvSpPr/>
          <p:nvPr/>
        </p:nvSpPr>
        <p:spPr>
          <a:xfrm>
            <a:off x="3904920" y="3520440"/>
            <a:ext cx="4628880" cy="17521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100000"/>
              </a:lnSpc>
              <a:tabLst>
                <a:tab pos="0" algn="l"/>
              </a:tabLst>
            </a:pPr>
            <a:r>
              <a:rPr lang="en-US" sz="2400" b="0" u="none" strike="noStrike">
                <a:solidFill>
                  <a:srgbClr val="55556F"/>
                </a:solidFill>
                <a:effectLst/>
                <a:uFillTx/>
                <a:latin typeface="Arial"/>
                <a:ea typeface="Arial"/>
              </a:rPr>
              <a:t>#Plataforma para apostar sobre la resolución de un laberinto donde el usuario tiene visión limitada.</a:t>
            </a:r>
            <a:endParaRPr lang="es-ES" sz="2400" b="0" u="none" strike="noStrike">
              <a:solidFill>
                <a:srgbClr val="000000"/>
              </a:solidFill>
              <a:effectLst/>
              <a:uFillTx/>
              <a:latin typeface="Arial"/>
            </a:endParaRPr>
          </a:p>
          <a:p>
            <a:pPr>
              <a:lnSpc>
                <a:spcPct val="100000"/>
              </a:lnSpc>
              <a:spcBef>
                <a:spcPts val="479"/>
              </a:spcBef>
              <a:tabLst>
                <a:tab pos="0" algn="l"/>
              </a:tabLst>
            </a:pPr>
            <a:endParaRPr lang="es-ES" sz="2400" b="0" u="none" strike="noStrike">
              <a:solidFill>
                <a:srgbClr val="000000"/>
              </a:solidFill>
              <a:effectLst/>
              <a:uFillTx/>
              <a:latin typeface="Arial"/>
            </a:endParaRPr>
          </a:p>
        </p:txBody>
      </p:sp>
      <p:sp>
        <p:nvSpPr>
          <p:cNvPr id="89" name="Google Shape;95;p1"/>
          <p:cNvSpPr/>
          <p:nvPr/>
        </p:nvSpPr>
        <p:spPr>
          <a:xfrm>
            <a:off x="104040" y="6123960"/>
            <a:ext cx="7503840" cy="733680"/>
          </a:xfrm>
          <a:prstGeom prst="rect">
            <a:avLst/>
          </a:prstGeom>
          <a:noFill/>
          <a:ln w="0">
            <a:noFill/>
          </a:ln>
        </p:spPr>
        <p:style>
          <a:lnRef idx="0">
            <a:scrgbClr r="0" g="0" b="0"/>
          </a:lnRef>
          <a:fillRef idx="0">
            <a:scrgbClr r="0" g="0" b="0"/>
          </a:fillRef>
          <a:effectRef idx="0">
            <a:scrgbClr r="0" g="0" b="0"/>
          </a:effectRef>
          <a:fontRef idx="minor"/>
        </p:style>
        <p:txBody>
          <a:bodyPr anchor="b">
            <a:noAutofit/>
          </a:bodyPr>
          <a:lstStyle/>
          <a:p>
            <a:pPr>
              <a:lnSpc>
                <a:spcPct val="100000"/>
              </a:lnSpc>
              <a:tabLst>
                <a:tab pos="0" algn="l"/>
              </a:tabLst>
            </a:pPr>
            <a:r>
              <a:rPr lang="en-US" sz="1000" b="0" u="none" strike="noStrike">
                <a:solidFill>
                  <a:schemeClr val="dk2"/>
                </a:solidFill>
                <a:effectLst/>
                <a:uFillTx/>
                <a:latin typeface="Arial"/>
                <a:ea typeface="Arial"/>
              </a:rPr>
              <a:t>ROBÒTICA, LLENGUATGE I PLANIFICACIÓ – ENGINYERIA INFORMÀTICA - UAB</a:t>
            </a:r>
            <a:endParaRPr lang="es-ES" sz="10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rot="21599400">
            <a:off x="503640" y="446040"/>
            <a:ext cx="8229240" cy="990360"/>
          </a:xfrm>
          <a:prstGeom prst="rect">
            <a:avLst/>
          </a:prstGeom>
          <a:noFill/>
          <a:ln w="0">
            <a:noFill/>
          </a:ln>
        </p:spPr>
        <p:txBody>
          <a:bodyPr lIns="91440" tIns="45720" rIns="91440" bIns="45720" anchor="ctr">
            <a:normAutofit/>
          </a:bodyPr>
          <a:lstStyle/>
          <a:p>
            <a:pPr>
              <a:lnSpc>
                <a:spcPct val="100000"/>
              </a:lnSpc>
              <a:tabLst>
                <a:tab pos="0" algn="l"/>
              </a:tabLst>
            </a:pPr>
            <a:r>
              <a:rPr lang="en-US" sz="4000" b="0" u="none" strike="noStrike" dirty="0">
                <a:solidFill>
                  <a:schemeClr val="dk2"/>
                </a:solidFill>
                <a:effectLst/>
                <a:uFillTx/>
                <a:latin typeface="Arial"/>
                <a:ea typeface="Arial"/>
              </a:rPr>
              <a:t>#</a:t>
            </a:r>
            <a:r>
              <a:rPr lang="en-US" sz="4000" dirty="0">
                <a:solidFill>
                  <a:schemeClr val="dk2"/>
                </a:solidFill>
                <a:ea typeface="Arial"/>
              </a:rPr>
              <a:t> ROBOBET</a:t>
            </a:r>
            <a:endParaRPr lang="es-ES" sz="4000" b="0" u="none" strike="noStrike" dirty="0">
              <a:solidFill>
                <a:srgbClr val="000000"/>
              </a:solidFill>
              <a:effectLst/>
              <a:uFillTx/>
              <a:latin typeface="Arial"/>
            </a:endParaRPr>
          </a:p>
        </p:txBody>
      </p:sp>
      <p:graphicFrame>
        <p:nvGraphicFramePr>
          <p:cNvPr id="91" name="Google Shape;101;p2"/>
          <p:cNvGraphicFramePr/>
          <p:nvPr>
            <p:extLst>
              <p:ext uri="{D42A27DB-BD31-4B8C-83A1-F6EECF244321}">
                <p14:modId xmlns:p14="http://schemas.microsoft.com/office/powerpoint/2010/main" val="1426799224"/>
              </p:ext>
            </p:extLst>
          </p:nvPr>
        </p:nvGraphicFramePr>
        <p:xfrm>
          <a:off x="503553" y="1437119"/>
          <a:ext cx="8019720" cy="4724400"/>
        </p:xfrm>
        <a:graphic>
          <a:graphicData uri="http://schemas.openxmlformats.org/drawingml/2006/table">
            <a:tbl>
              <a:tblPr/>
              <a:tblGrid>
                <a:gridCol w="4195800">
                  <a:extLst>
                    <a:ext uri="{9D8B030D-6E8A-4147-A177-3AD203B41FA5}">
                      <a16:colId xmlns:a16="http://schemas.microsoft.com/office/drawing/2014/main" val="20000"/>
                    </a:ext>
                  </a:extLst>
                </a:gridCol>
                <a:gridCol w="947520">
                  <a:extLst>
                    <a:ext uri="{9D8B030D-6E8A-4147-A177-3AD203B41FA5}">
                      <a16:colId xmlns:a16="http://schemas.microsoft.com/office/drawing/2014/main" val="20001"/>
                    </a:ext>
                  </a:extLst>
                </a:gridCol>
                <a:gridCol w="1404000">
                  <a:extLst>
                    <a:ext uri="{9D8B030D-6E8A-4147-A177-3AD203B41FA5}">
                      <a16:colId xmlns:a16="http://schemas.microsoft.com/office/drawing/2014/main" val="20002"/>
                    </a:ext>
                  </a:extLst>
                </a:gridCol>
                <a:gridCol w="1472400">
                  <a:extLst>
                    <a:ext uri="{9D8B030D-6E8A-4147-A177-3AD203B41FA5}">
                      <a16:colId xmlns:a16="http://schemas.microsoft.com/office/drawing/2014/main" val="20003"/>
                    </a:ext>
                  </a:extLst>
                </a:gridCol>
              </a:tblGrid>
              <a:tr h="299287">
                <a:tc>
                  <a:txBody>
                    <a:bodyPr/>
                    <a:lstStyle/>
                    <a:p>
                      <a:pPr>
                        <a:lnSpc>
                          <a:spcPct val="100000"/>
                        </a:lnSpc>
                        <a:tabLst>
                          <a:tab pos="0" algn="l"/>
                        </a:tabLst>
                      </a:pPr>
                      <a:r>
                        <a:rPr lang="en-US" sz="1600" b="1" u="none" strike="noStrike" dirty="0">
                          <a:solidFill>
                            <a:schemeClr val="lt1"/>
                          </a:solidFill>
                          <a:effectLst/>
                          <a:uFillTx/>
                          <a:latin typeface="Arial"/>
                          <a:ea typeface="Arial"/>
                        </a:rPr>
                        <a:t>Component</a:t>
                      </a:r>
                      <a:endParaRPr lang="es-ES" sz="1600" b="0" u="none" strike="noStrike" dirty="0">
                        <a:solidFill>
                          <a:srgbClr val="FFFFFF"/>
                        </a:solidFill>
                        <a:effectLst/>
                        <a:uFillTx/>
                        <a:latin typeface="Arial"/>
                      </a:endParaRPr>
                    </a:p>
                  </a:txBody>
                  <a:tcPr>
                    <a:lnL w="12240">
                      <a:solidFill>
                        <a:srgbClr val="93A299"/>
                      </a:solidFill>
                      <a:prstDash val="solid"/>
                    </a:lnL>
                    <a:lnR w="12240">
                      <a:solidFill>
                        <a:srgbClr val="A5A5A5"/>
                      </a:solidFill>
                      <a:prstDash val="solid"/>
                    </a:lnR>
                    <a:lnT w="12240">
                      <a:solidFill>
                        <a:srgbClr val="93A299"/>
                      </a:solidFill>
                      <a:prstDash val="solid"/>
                    </a:lnT>
                    <a:lnB w="12240">
                      <a:solidFill>
                        <a:srgbClr val="A5A5A5"/>
                      </a:solidFill>
                      <a:prstDash val="solid"/>
                    </a:lnB>
                    <a:solidFill>
                      <a:schemeClr val="accent1"/>
                    </a:solidFill>
                  </a:tcPr>
                </a:tc>
                <a:tc>
                  <a:txBody>
                    <a:bodyPr/>
                    <a:lstStyle/>
                    <a:p>
                      <a:pPr>
                        <a:lnSpc>
                          <a:spcPct val="100000"/>
                        </a:lnSpc>
                        <a:tabLst>
                          <a:tab pos="0" algn="l"/>
                        </a:tabLst>
                      </a:pPr>
                      <a:r>
                        <a:rPr lang="en-US" sz="1600" b="1" u="none" strike="noStrike">
                          <a:solidFill>
                            <a:schemeClr val="lt1"/>
                          </a:solidFill>
                          <a:effectLst/>
                          <a:uFillTx/>
                          <a:latin typeface="Arial"/>
                          <a:ea typeface="Arial"/>
                        </a:rPr>
                        <a:t>Units</a:t>
                      </a:r>
                      <a:endParaRPr lang="es-ES" sz="1600" b="0" u="none" strike="noStrike">
                        <a:solidFill>
                          <a:srgbClr val="FFFFFF"/>
                        </a:solidFill>
                        <a:effectLst/>
                        <a:uFillTx/>
                        <a:latin typeface="Arial"/>
                      </a:endParaRPr>
                    </a:p>
                  </a:txBody>
                  <a:tcPr>
                    <a:lnL w="12240">
                      <a:solidFill>
                        <a:srgbClr val="A5A5A5"/>
                      </a:solidFill>
                      <a:prstDash val="solid"/>
                    </a:lnL>
                    <a:lnR w="12240">
                      <a:solidFill>
                        <a:srgbClr val="A5A5A5"/>
                      </a:solidFill>
                      <a:prstDash val="solid"/>
                    </a:lnR>
                    <a:lnT w="12240">
                      <a:solidFill>
                        <a:srgbClr val="93A299"/>
                      </a:solidFill>
                      <a:prstDash val="solid"/>
                    </a:lnT>
                    <a:lnB w="12240">
                      <a:solidFill>
                        <a:srgbClr val="A5A5A5"/>
                      </a:solidFill>
                      <a:prstDash val="solid"/>
                    </a:lnB>
                    <a:solidFill>
                      <a:schemeClr val="accent1"/>
                    </a:solidFill>
                  </a:tcPr>
                </a:tc>
                <a:tc>
                  <a:txBody>
                    <a:bodyPr/>
                    <a:lstStyle/>
                    <a:p>
                      <a:pPr>
                        <a:lnSpc>
                          <a:spcPct val="100000"/>
                        </a:lnSpc>
                        <a:tabLst>
                          <a:tab pos="0" algn="l"/>
                        </a:tabLst>
                      </a:pPr>
                      <a:r>
                        <a:rPr lang="en-US" sz="1600" b="1" u="none" strike="noStrike">
                          <a:solidFill>
                            <a:schemeClr val="lt1"/>
                          </a:solidFill>
                          <a:effectLst/>
                          <a:uFillTx/>
                          <a:latin typeface="Arial"/>
                          <a:ea typeface="Arial"/>
                        </a:rPr>
                        <a:t>Price/unit</a:t>
                      </a:r>
                      <a:endParaRPr lang="es-ES" sz="1600" b="0" u="none" strike="noStrike">
                        <a:solidFill>
                          <a:srgbClr val="FFFFFF"/>
                        </a:solidFill>
                        <a:effectLst/>
                        <a:uFillTx/>
                        <a:latin typeface="Arial"/>
                      </a:endParaRPr>
                    </a:p>
                  </a:txBody>
                  <a:tcPr>
                    <a:lnL w="12240">
                      <a:solidFill>
                        <a:srgbClr val="A5A5A5"/>
                      </a:solidFill>
                      <a:prstDash val="solid"/>
                    </a:lnL>
                    <a:lnR w="12240">
                      <a:solidFill>
                        <a:srgbClr val="A5A5A5"/>
                      </a:solidFill>
                      <a:prstDash val="solid"/>
                    </a:lnR>
                    <a:lnT w="12240">
                      <a:solidFill>
                        <a:srgbClr val="93A299"/>
                      </a:solidFill>
                      <a:prstDash val="solid"/>
                    </a:lnT>
                    <a:lnB w="12240">
                      <a:solidFill>
                        <a:srgbClr val="A5A5A5"/>
                      </a:solidFill>
                      <a:prstDash val="solid"/>
                    </a:lnB>
                    <a:solidFill>
                      <a:schemeClr val="accent1"/>
                    </a:solidFill>
                  </a:tcPr>
                </a:tc>
                <a:tc>
                  <a:txBody>
                    <a:bodyPr/>
                    <a:lstStyle/>
                    <a:p>
                      <a:pPr>
                        <a:lnSpc>
                          <a:spcPct val="100000"/>
                        </a:lnSpc>
                        <a:tabLst>
                          <a:tab pos="0" algn="l"/>
                        </a:tabLst>
                      </a:pPr>
                      <a:r>
                        <a:rPr lang="en-US" sz="1600" b="1" u="none" strike="noStrike">
                          <a:solidFill>
                            <a:schemeClr val="lt1"/>
                          </a:solidFill>
                          <a:effectLst/>
                          <a:uFillTx/>
                          <a:latin typeface="Arial"/>
                          <a:ea typeface="Arial"/>
                        </a:rPr>
                        <a:t>Budget</a:t>
                      </a:r>
                      <a:endParaRPr lang="es-ES" sz="1600" b="0" u="none" strike="noStrike">
                        <a:solidFill>
                          <a:srgbClr val="FFFFFF"/>
                        </a:solidFill>
                        <a:effectLst/>
                        <a:uFillTx/>
                        <a:latin typeface="Arial"/>
                      </a:endParaRPr>
                    </a:p>
                  </a:txBody>
                  <a:tcPr>
                    <a:lnL w="12240">
                      <a:solidFill>
                        <a:srgbClr val="A5A5A5"/>
                      </a:solidFill>
                      <a:prstDash val="solid"/>
                    </a:lnL>
                    <a:lnR w="12240">
                      <a:solidFill>
                        <a:srgbClr val="93A299"/>
                      </a:solidFill>
                      <a:prstDash val="solid"/>
                    </a:lnR>
                    <a:lnT w="12240">
                      <a:solidFill>
                        <a:srgbClr val="93A299"/>
                      </a:solidFill>
                      <a:prstDash val="solid"/>
                    </a:lnT>
                    <a:lnB w="12240" cap="flat" cmpd="sng" algn="ctr">
                      <a:solidFill>
                        <a:srgbClr val="A5A5A5"/>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23753">
                <a:tc>
                  <a:txBody>
                    <a:bodyPr/>
                    <a:lstStyle/>
                    <a:p>
                      <a:r>
                        <a:rPr lang="es-ES" sz="1600" b="0" u="none" strike="noStrike" dirty="0">
                          <a:solidFill>
                            <a:schemeClr val="tx1"/>
                          </a:solidFill>
                          <a:effectLst/>
                          <a:uFillTx/>
                          <a:latin typeface="Montserrat" panose="00000500000000000000" pitchFamily="2" charset="0"/>
                        </a:rPr>
                        <a:t>Raspberry Pi 4 Modelo B 4GB RAM — RSP-0051 </a:t>
                      </a:r>
                      <a:endParaRPr lang="es-ES" sz="1600" b="0" u="none" strike="noStrike" dirty="0">
                        <a:solidFill>
                          <a:schemeClr val="tx1"/>
                        </a:solidFill>
                        <a:effectLst/>
                        <a:uFillTx/>
                        <a:latin typeface="Montserrat" panose="00000500000000000000" pitchFamily="2" charset="0"/>
                        <a:ea typeface="Montserrat"/>
                      </a:endParaRPr>
                    </a:p>
                  </a:txBody>
                  <a:tcPr>
                    <a:lnL w="12240">
                      <a:solidFill>
                        <a:srgbClr val="93A299"/>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a:solidFill>
                            <a:schemeClr val="tx1"/>
                          </a:solidFill>
                          <a:effectLst/>
                          <a:uFillTx/>
                          <a:latin typeface="Montserrat" panose="00000500000000000000" pitchFamily="2" charset="0"/>
                        </a:rPr>
                        <a:t>1</a:t>
                      </a:r>
                      <a:endParaRPr lang="es-ES" sz="1600" b="0" u="none" strike="noStrike">
                        <a:solidFill>
                          <a:schemeClr val="tx1"/>
                        </a:solidFill>
                        <a:effectLst/>
                        <a:uFillTx/>
                        <a:latin typeface="Montserrat" panose="00000500000000000000" pitchFamily="2" charset="0"/>
                        <a:ea typeface="Montserrat"/>
                      </a:endParaRPr>
                    </a:p>
                  </a:txBody>
                  <a:tcPr>
                    <a:lnL w="12240">
                      <a:solidFill>
                        <a:srgbClr val="A5A5A5"/>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dirty="0">
                          <a:solidFill>
                            <a:schemeClr val="tx1"/>
                          </a:solidFill>
                          <a:effectLst/>
                          <a:uFillTx/>
                          <a:latin typeface="Montserrat" panose="00000500000000000000" pitchFamily="2" charset="0"/>
                        </a:rPr>
                        <a:t>66,90 </a:t>
                      </a:r>
                      <a:r>
                        <a:rPr lang="es-ES" sz="1600" b="0" u="none" strike="noStrike" dirty="0">
                          <a:solidFill>
                            <a:schemeClr val="tx1"/>
                          </a:solidFill>
                          <a:effectLst/>
                          <a:uFillTx/>
                          <a:latin typeface="Montserrat" panose="00000500000000000000" pitchFamily="2" charset="0"/>
                          <a:ea typeface="Montserrat"/>
                        </a:rPr>
                        <a:t>€</a:t>
                      </a:r>
                    </a:p>
                  </a:txBody>
                  <a:tcPr>
                    <a:lnL w="12240">
                      <a:solidFill>
                        <a:srgbClr val="A5A5A5"/>
                      </a:solidFill>
                      <a:prstDash val="solid"/>
                    </a:lnL>
                    <a:lnR w="12240" cap="flat" cmpd="sng" algn="ctr">
                      <a:solidFill>
                        <a:srgbClr val="A5A5A5"/>
                      </a:solidFill>
                      <a:prstDash val="solid"/>
                      <a:round/>
                      <a:headEnd type="none" w="med" len="med"/>
                      <a:tailEnd type="none" w="med" len="me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dirty="0">
                          <a:solidFill>
                            <a:schemeClr val="tx1"/>
                          </a:solidFill>
                          <a:effectLst/>
                          <a:uFillTx/>
                          <a:latin typeface="Montserrat" panose="00000500000000000000" pitchFamily="2" charset="0"/>
                        </a:rPr>
                        <a:t>66,90 </a:t>
                      </a:r>
                      <a:r>
                        <a:rPr lang="es-ES" sz="1600" b="0" u="none" strike="noStrike" dirty="0">
                          <a:solidFill>
                            <a:schemeClr val="tx1"/>
                          </a:solidFill>
                          <a:effectLst/>
                          <a:uFillTx/>
                          <a:latin typeface="Montserrat" panose="00000500000000000000" pitchFamily="2" charset="0"/>
                          <a:ea typeface="Montserrat"/>
                        </a:rPr>
                        <a:t>€</a:t>
                      </a:r>
                    </a:p>
                  </a:txBody>
                  <a:tcPr>
                    <a:lnL w="12240">
                      <a:solidFill>
                        <a:srgbClr val="A5A5A5"/>
                      </a:solidFill>
                      <a:prstDash val="solid"/>
                    </a:lnL>
                    <a:lnR w="12240">
                      <a:solidFill>
                        <a:srgbClr val="93A299"/>
                      </a:solidFill>
                      <a:prstDash val="solid"/>
                    </a:lnR>
                    <a:lnT w="12240">
                      <a:solidFill>
                        <a:srgbClr val="A5A5A5"/>
                      </a:solidFill>
                      <a:prstDash val="solid"/>
                    </a:lnT>
                    <a:lnB w="12240">
                      <a:solidFill>
                        <a:srgbClr val="A5A5A5"/>
                      </a:solidFill>
                      <a:prstDash val="solid"/>
                    </a:lnB>
                    <a:solidFill>
                      <a:srgbClr val="EEF0EF"/>
                    </a:solidFill>
                  </a:tcPr>
                </a:tc>
                <a:extLst>
                  <a:ext uri="{0D108BD9-81ED-4DB2-BD59-A6C34878D82A}">
                    <a16:rowId xmlns:a16="http://schemas.microsoft.com/office/drawing/2014/main" val="10001"/>
                  </a:ext>
                </a:extLst>
              </a:tr>
              <a:tr h="523753">
                <a:tc>
                  <a:txBody>
                    <a:bodyPr/>
                    <a:lstStyle/>
                    <a:p>
                      <a:r>
                        <a:rPr lang="es-ES" sz="1600" b="0" u="none" strike="noStrike" dirty="0">
                          <a:solidFill>
                            <a:schemeClr val="tx1"/>
                          </a:solidFill>
                          <a:effectLst/>
                          <a:uFillTx/>
                          <a:latin typeface="Montserrat" panose="00000500000000000000" pitchFamily="2" charset="0"/>
                        </a:rPr>
                        <a:t>Memoria MicroSD Kingston 32GB (Clase 10) — CPM-0081</a:t>
                      </a:r>
                      <a:endParaRPr lang="es-ES" sz="1600" b="0" u="none" strike="noStrike" dirty="0">
                        <a:solidFill>
                          <a:schemeClr val="tx1"/>
                        </a:solidFill>
                        <a:effectLst/>
                        <a:uFillTx/>
                        <a:latin typeface="Montserrat" panose="00000500000000000000" pitchFamily="2" charset="0"/>
                        <a:ea typeface="Montserrat"/>
                      </a:endParaRPr>
                    </a:p>
                  </a:txBody>
                  <a:tcPr>
                    <a:lnL w="12240">
                      <a:solidFill>
                        <a:srgbClr val="93A299"/>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chemeClr val="lt1"/>
                    </a:solidFill>
                  </a:tcPr>
                </a:tc>
                <a:tc>
                  <a:txBody>
                    <a:bodyPr/>
                    <a:lstStyle/>
                    <a:p>
                      <a:r>
                        <a:rPr lang="es-ES" sz="1600" b="0" u="none" strike="noStrike" dirty="0">
                          <a:solidFill>
                            <a:schemeClr val="tx1"/>
                          </a:solidFill>
                          <a:effectLst/>
                          <a:uFillTx/>
                          <a:latin typeface="Montserrat" panose="00000500000000000000" pitchFamily="2" charset="0"/>
                          <a:ea typeface="Montserrat"/>
                        </a:rPr>
                        <a:t>1</a:t>
                      </a:r>
                    </a:p>
                  </a:txBody>
                  <a:tcPr>
                    <a:lnL w="12240">
                      <a:solidFill>
                        <a:srgbClr val="A5A5A5"/>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chemeClr val="lt1"/>
                    </a:solidFill>
                  </a:tcPr>
                </a:tc>
                <a:tc>
                  <a:txBody>
                    <a:bodyPr/>
                    <a:lstStyle/>
                    <a:p>
                      <a:r>
                        <a:rPr lang="es-ES" sz="1600" b="0" u="none" strike="noStrike" dirty="0">
                          <a:solidFill>
                            <a:schemeClr val="tx1"/>
                          </a:solidFill>
                          <a:effectLst/>
                          <a:uFillTx/>
                          <a:latin typeface="Montserrat" panose="00000500000000000000" pitchFamily="2" charset="0"/>
                          <a:ea typeface="Montserrat"/>
                        </a:rPr>
                        <a:t>5,95 €</a:t>
                      </a:r>
                    </a:p>
                  </a:txBody>
                  <a:tcPr>
                    <a:lnL w="12240">
                      <a:solidFill>
                        <a:srgbClr val="A5A5A5"/>
                      </a:solidFill>
                      <a:prstDash val="solid"/>
                    </a:lnL>
                    <a:lnR w="12240" cap="flat" cmpd="sng" algn="ctr">
                      <a:solidFill>
                        <a:srgbClr val="A5A5A5"/>
                      </a:solidFill>
                      <a:prstDash val="solid"/>
                      <a:round/>
                      <a:headEnd type="none" w="med" len="med"/>
                      <a:tailEnd type="none" w="med" len="med"/>
                    </a:lnR>
                    <a:lnT w="12240">
                      <a:solidFill>
                        <a:srgbClr val="A5A5A5"/>
                      </a:solidFill>
                      <a:prstDash val="solid"/>
                    </a:lnT>
                    <a:lnB w="12240">
                      <a:solidFill>
                        <a:srgbClr val="A5A5A5"/>
                      </a:solidFill>
                      <a:prstDash val="solid"/>
                    </a:lnB>
                    <a:solidFill>
                      <a:schemeClr val="lt1"/>
                    </a:solidFill>
                  </a:tcPr>
                </a:tc>
                <a:tc>
                  <a:txBody>
                    <a:bodyPr/>
                    <a:lstStyle/>
                    <a:p>
                      <a:r>
                        <a:rPr lang="es-ES" sz="1600" b="0" u="none" strike="noStrike" dirty="0">
                          <a:solidFill>
                            <a:schemeClr val="tx1"/>
                          </a:solidFill>
                          <a:effectLst/>
                          <a:uFillTx/>
                          <a:latin typeface="Montserrat" panose="00000500000000000000" pitchFamily="2" charset="0"/>
                          <a:ea typeface="Montserrat"/>
                        </a:rPr>
                        <a:t>5,95 €</a:t>
                      </a:r>
                    </a:p>
                  </a:txBody>
                  <a:tcPr>
                    <a:lnL w="12240">
                      <a:solidFill>
                        <a:srgbClr val="A5A5A5"/>
                      </a:solidFill>
                      <a:prstDash val="solid"/>
                    </a:lnL>
                    <a:lnR w="12240">
                      <a:solidFill>
                        <a:srgbClr val="93A299"/>
                      </a:solidFill>
                      <a:prstDash val="solid"/>
                    </a:lnR>
                    <a:lnT w="12240">
                      <a:solidFill>
                        <a:srgbClr val="A5A5A5"/>
                      </a:solidFill>
                      <a:prstDash val="solid"/>
                    </a:lnT>
                    <a:lnB w="12240">
                      <a:solidFill>
                        <a:srgbClr val="A5A5A5"/>
                      </a:solidFill>
                      <a:prstDash val="solid"/>
                    </a:lnB>
                    <a:solidFill>
                      <a:schemeClr val="lt1"/>
                    </a:solidFill>
                  </a:tcPr>
                </a:tc>
                <a:extLst>
                  <a:ext uri="{0D108BD9-81ED-4DB2-BD59-A6C34878D82A}">
                    <a16:rowId xmlns:a16="http://schemas.microsoft.com/office/drawing/2014/main" val="10002"/>
                  </a:ext>
                </a:extLst>
              </a:tr>
              <a:tr h="523753">
                <a:tc>
                  <a:txBody>
                    <a:bodyPr/>
                    <a:lstStyle/>
                    <a:p>
                      <a:r>
                        <a:rPr lang="es-ES" sz="1600" b="0" u="none" strike="noStrike" dirty="0">
                          <a:solidFill>
                            <a:schemeClr val="tx1"/>
                          </a:solidFill>
                          <a:effectLst/>
                          <a:uFillTx/>
                          <a:latin typeface="Montserrat" panose="00000500000000000000" pitchFamily="2" charset="0"/>
                        </a:rPr>
                        <a:t>Cámara Raspberry Pi v2 - 8 </a:t>
                      </a:r>
                      <a:r>
                        <a:rPr lang="es-ES" sz="1600" b="0" u="none" strike="noStrike" dirty="0" err="1">
                          <a:solidFill>
                            <a:schemeClr val="tx1"/>
                          </a:solidFill>
                          <a:effectLst/>
                          <a:uFillTx/>
                          <a:latin typeface="Montserrat" panose="00000500000000000000" pitchFamily="2" charset="0"/>
                        </a:rPr>
                        <a:t>Megapixels</a:t>
                      </a:r>
                      <a:r>
                        <a:rPr lang="es-ES" sz="1600" b="0" u="none" strike="noStrike" dirty="0">
                          <a:solidFill>
                            <a:schemeClr val="tx1"/>
                          </a:solidFill>
                          <a:effectLst/>
                          <a:uFillTx/>
                          <a:latin typeface="Montserrat" panose="00000500000000000000" pitchFamily="2" charset="0"/>
                        </a:rPr>
                        <a:t> — RSP-0033</a:t>
                      </a:r>
                      <a:endParaRPr lang="es-ES" sz="1600" b="0" u="none" strike="noStrike" dirty="0">
                        <a:solidFill>
                          <a:schemeClr val="tx1"/>
                        </a:solidFill>
                        <a:effectLst/>
                        <a:uFillTx/>
                        <a:latin typeface="Montserrat" panose="00000500000000000000" pitchFamily="2" charset="0"/>
                        <a:ea typeface="Montserrat"/>
                      </a:endParaRPr>
                    </a:p>
                  </a:txBody>
                  <a:tcPr>
                    <a:lnL w="12240">
                      <a:solidFill>
                        <a:srgbClr val="93A299"/>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a:solidFill>
                            <a:schemeClr val="tx1"/>
                          </a:solidFill>
                          <a:effectLst/>
                          <a:uFillTx/>
                          <a:latin typeface="Montserrat" panose="00000500000000000000" pitchFamily="2" charset="0"/>
                        </a:rPr>
                        <a:t>1</a:t>
                      </a:r>
                      <a:endParaRPr lang="es-ES" sz="1600" b="0" u="none" strike="noStrike">
                        <a:solidFill>
                          <a:schemeClr val="tx1"/>
                        </a:solidFill>
                        <a:effectLst/>
                        <a:uFillTx/>
                        <a:latin typeface="Montserrat" panose="00000500000000000000" pitchFamily="2" charset="0"/>
                        <a:ea typeface="Montserrat"/>
                      </a:endParaRPr>
                    </a:p>
                  </a:txBody>
                  <a:tcPr>
                    <a:lnL w="12240">
                      <a:solidFill>
                        <a:srgbClr val="A5A5A5"/>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dirty="0">
                          <a:solidFill>
                            <a:schemeClr val="tx1"/>
                          </a:solidFill>
                          <a:effectLst/>
                          <a:uFillTx/>
                          <a:latin typeface="Montserrat" panose="00000500000000000000" pitchFamily="2" charset="0"/>
                          <a:ea typeface="Montserrat"/>
                        </a:rPr>
                        <a:t>20,95 €</a:t>
                      </a:r>
                    </a:p>
                  </a:txBody>
                  <a:tcPr>
                    <a:lnL w="12240">
                      <a:solidFill>
                        <a:srgbClr val="A5A5A5"/>
                      </a:solidFill>
                      <a:prstDash val="solid"/>
                    </a:lnL>
                    <a:lnR w="12240" cap="flat" cmpd="sng" algn="ctr">
                      <a:solidFill>
                        <a:srgbClr val="A5A5A5"/>
                      </a:solidFill>
                      <a:prstDash val="solid"/>
                      <a:round/>
                      <a:headEnd type="none" w="med" len="med"/>
                      <a:tailEnd type="none" w="med" len="me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dirty="0">
                          <a:solidFill>
                            <a:schemeClr val="tx1"/>
                          </a:solidFill>
                          <a:effectLst/>
                          <a:uFillTx/>
                          <a:latin typeface="Montserrat" panose="00000500000000000000" pitchFamily="2" charset="0"/>
                          <a:ea typeface="Montserrat"/>
                        </a:rPr>
                        <a:t>20,95 €</a:t>
                      </a:r>
                    </a:p>
                  </a:txBody>
                  <a:tcPr>
                    <a:lnL w="12240">
                      <a:solidFill>
                        <a:srgbClr val="A5A5A5"/>
                      </a:solidFill>
                      <a:prstDash val="solid"/>
                    </a:lnL>
                    <a:lnR w="12240">
                      <a:solidFill>
                        <a:srgbClr val="93A299"/>
                      </a:solidFill>
                      <a:prstDash val="solid"/>
                    </a:lnR>
                    <a:lnT w="12240">
                      <a:solidFill>
                        <a:srgbClr val="A5A5A5"/>
                      </a:solidFill>
                      <a:prstDash val="solid"/>
                    </a:lnT>
                    <a:lnB w="12240">
                      <a:solidFill>
                        <a:srgbClr val="A5A5A5"/>
                      </a:solidFill>
                      <a:prstDash val="solid"/>
                    </a:lnB>
                    <a:solidFill>
                      <a:srgbClr val="EEF0EF"/>
                    </a:solidFill>
                  </a:tcPr>
                </a:tc>
                <a:extLst>
                  <a:ext uri="{0D108BD9-81ED-4DB2-BD59-A6C34878D82A}">
                    <a16:rowId xmlns:a16="http://schemas.microsoft.com/office/drawing/2014/main" val="10003"/>
                  </a:ext>
                </a:extLst>
              </a:tr>
              <a:tr h="423990">
                <a:tc>
                  <a:txBody>
                    <a:bodyPr/>
                    <a:lstStyle/>
                    <a:p>
                      <a:r>
                        <a:rPr lang="es-ES" sz="1600" b="0" u="none" strike="noStrike" dirty="0">
                          <a:solidFill>
                            <a:schemeClr val="tx1"/>
                          </a:solidFill>
                          <a:effectLst/>
                          <a:uFillTx/>
                          <a:latin typeface="Montserrat" panose="00000500000000000000" pitchFamily="2" charset="0"/>
                        </a:rPr>
                        <a:t>Cable para cámara Raspberry Pi - 30cm — PRO-0164 </a:t>
                      </a:r>
                      <a:endParaRPr lang="es-ES" sz="1600" b="0" u="none" strike="noStrike" dirty="0">
                        <a:solidFill>
                          <a:schemeClr val="tx1"/>
                        </a:solidFill>
                        <a:effectLst/>
                        <a:uFillTx/>
                        <a:latin typeface="Montserrat" panose="00000500000000000000" pitchFamily="2" charset="0"/>
                        <a:ea typeface="Arial"/>
                      </a:endParaRPr>
                    </a:p>
                  </a:txBody>
                  <a:tcPr>
                    <a:lnL w="12240">
                      <a:solidFill>
                        <a:srgbClr val="93A299"/>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chemeClr val="lt1"/>
                    </a:solidFill>
                  </a:tcPr>
                </a:tc>
                <a:tc>
                  <a:txBody>
                    <a:bodyPr/>
                    <a:lstStyle/>
                    <a:p>
                      <a:r>
                        <a:rPr lang="es-ES" sz="1600" b="0" u="none" strike="noStrike" dirty="0">
                          <a:solidFill>
                            <a:schemeClr val="tx1"/>
                          </a:solidFill>
                          <a:effectLst/>
                          <a:uFillTx/>
                          <a:latin typeface="Montserrat" panose="00000500000000000000" pitchFamily="2" charset="0"/>
                          <a:ea typeface="Arial"/>
                        </a:rPr>
                        <a:t>1</a:t>
                      </a:r>
                    </a:p>
                  </a:txBody>
                  <a:tcPr>
                    <a:lnL w="12240">
                      <a:solidFill>
                        <a:srgbClr val="A5A5A5"/>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chemeClr val="lt1"/>
                    </a:solidFill>
                  </a:tcPr>
                </a:tc>
                <a:tc>
                  <a:txBody>
                    <a:bodyPr/>
                    <a:lstStyle/>
                    <a:p>
                      <a:r>
                        <a:rPr lang="es-ES" sz="1600" b="0" u="none" strike="noStrike" dirty="0">
                          <a:solidFill>
                            <a:schemeClr val="tx1"/>
                          </a:solidFill>
                          <a:effectLst/>
                          <a:uFillTx/>
                          <a:latin typeface="Montserrat" panose="00000500000000000000" pitchFamily="2" charset="0"/>
                        </a:rPr>
                        <a:t>2,50 </a:t>
                      </a:r>
                      <a:r>
                        <a:rPr lang="es-ES" sz="1600" b="0" u="none" strike="noStrike" dirty="0">
                          <a:solidFill>
                            <a:schemeClr val="tx1"/>
                          </a:solidFill>
                          <a:effectLst/>
                          <a:uFillTx/>
                          <a:latin typeface="Montserrat" panose="00000500000000000000" pitchFamily="2" charset="0"/>
                          <a:ea typeface="Montserrat"/>
                        </a:rPr>
                        <a:t>€</a:t>
                      </a:r>
                    </a:p>
                  </a:txBody>
                  <a:tcPr>
                    <a:lnL w="12240">
                      <a:solidFill>
                        <a:srgbClr val="A5A5A5"/>
                      </a:solidFill>
                      <a:prstDash val="solid"/>
                    </a:lnL>
                    <a:lnR w="12240" cap="flat" cmpd="sng" algn="ctr">
                      <a:solidFill>
                        <a:srgbClr val="A5A5A5"/>
                      </a:solidFill>
                      <a:prstDash val="solid"/>
                      <a:round/>
                      <a:headEnd type="none" w="med" len="med"/>
                      <a:tailEnd type="none" w="med" len="med"/>
                    </a:lnR>
                    <a:lnT w="12240">
                      <a:solidFill>
                        <a:srgbClr val="A5A5A5"/>
                      </a:solidFill>
                      <a:prstDash val="solid"/>
                    </a:lnT>
                    <a:lnB w="12240">
                      <a:solidFill>
                        <a:srgbClr val="A5A5A5"/>
                      </a:solidFill>
                      <a:prstDash val="solid"/>
                    </a:lnB>
                    <a:solidFill>
                      <a:schemeClr val="lt1"/>
                    </a:solidFill>
                  </a:tcPr>
                </a:tc>
                <a:tc>
                  <a:txBody>
                    <a:bodyPr/>
                    <a:lstStyle/>
                    <a:p>
                      <a:r>
                        <a:rPr lang="es-ES" sz="1600" b="0" u="none" strike="noStrike" dirty="0">
                          <a:solidFill>
                            <a:schemeClr val="tx1"/>
                          </a:solidFill>
                          <a:effectLst/>
                          <a:uFillTx/>
                          <a:latin typeface="Montserrat" panose="00000500000000000000" pitchFamily="2" charset="0"/>
                        </a:rPr>
                        <a:t>2,50 </a:t>
                      </a:r>
                      <a:r>
                        <a:rPr lang="es-ES" sz="1600" b="0" u="none" strike="noStrike" dirty="0">
                          <a:solidFill>
                            <a:schemeClr val="tx1"/>
                          </a:solidFill>
                          <a:effectLst/>
                          <a:uFillTx/>
                          <a:latin typeface="Montserrat" panose="00000500000000000000" pitchFamily="2" charset="0"/>
                          <a:ea typeface="Montserrat"/>
                        </a:rPr>
                        <a:t>€</a:t>
                      </a:r>
                    </a:p>
                  </a:txBody>
                  <a:tcPr>
                    <a:lnL w="12240">
                      <a:solidFill>
                        <a:srgbClr val="A5A5A5"/>
                      </a:solidFill>
                      <a:prstDash val="solid"/>
                    </a:lnL>
                    <a:lnR w="12240">
                      <a:solidFill>
                        <a:srgbClr val="93A299"/>
                      </a:solidFill>
                      <a:prstDash val="solid"/>
                    </a:lnR>
                    <a:lnT w="12240">
                      <a:solidFill>
                        <a:srgbClr val="A5A5A5"/>
                      </a:solidFill>
                      <a:prstDash val="solid"/>
                    </a:lnT>
                    <a:lnB w="12240">
                      <a:solidFill>
                        <a:srgbClr val="A5A5A5"/>
                      </a:solidFill>
                      <a:prstDash val="solid"/>
                    </a:lnB>
                    <a:solidFill>
                      <a:schemeClr val="lt1"/>
                    </a:solidFill>
                  </a:tcPr>
                </a:tc>
                <a:extLst>
                  <a:ext uri="{0D108BD9-81ED-4DB2-BD59-A6C34878D82A}">
                    <a16:rowId xmlns:a16="http://schemas.microsoft.com/office/drawing/2014/main" val="10004"/>
                  </a:ext>
                </a:extLst>
              </a:tr>
              <a:tr h="523753">
                <a:tc>
                  <a:txBody>
                    <a:bodyPr/>
                    <a:lstStyle/>
                    <a:p>
                      <a:r>
                        <a:rPr lang="es-ES" sz="1600" b="0" u="none" strike="noStrike" dirty="0">
                          <a:solidFill>
                            <a:schemeClr val="tx1"/>
                          </a:solidFill>
                          <a:effectLst/>
                          <a:uFillTx/>
                          <a:latin typeface="Montserrat" panose="00000500000000000000" pitchFamily="2" charset="0"/>
                          <a:ea typeface="Montserrat"/>
                        </a:rPr>
                        <a:t>Kit chasis robot redondo con motores (2WD) — ROB-0049</a:t>
                      </a:r>
                      <a:endParaRPr lang="es-ES" sz="1600" b="0" u="none" strike="noStrike" dirty="0">
                        <a:solidFill>
                          <a:schemeClr val="tx1"/>
                        </a:solidFill>
                        <a:effectLst/>
                        <a:uFillTx/>
                        <a:latin typeface="Montserrat" panose="00000500000000000000" pitchFamily="2" charset="0"/>
                      </a:endParaRPr>
                    </a:p>
                  </a:txBody>
                  <a:tcPr>
                    <a:lnL w="12240">
                      <a:solidFill>
                        <a:srgbClr val="93A299"/>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a:solidFill>
                            <a:schemeClr val="tx1"/>
                          </a:solidFill>
                          <a:effectLst/>
                          <a:uFillTx/>
                          <a:latin typeface="Montserrat" panose="00000500000000000000" pitchFamily="2" charset="0"/>
                        </a:rPr>
                        <a:t>1</a:t>
                      </a:r>
                      <a:endParaRPr lang="es-ES" sz="1600" b="0" u="none" strike="noStrike">
                        <a:solidFill>
                          <a:schemeClr val="tx1"/>
                        </a:solidFill>
                        <a:effectLst/>
                        <a:uFillTx/>
                        <a:latin typeface="Montserrat" panose="00000500000000000000" pitchFamily="2" charset="0"/>
                        <a:ea typeface="Montserrat"/>
                      </a:endParaRPr>
                    </a:p>
                  </a:txBody>
                  <a:tcPr>
                    <a:lnL w="12240">
                      <a:solidFill>
                        <a:srgbClr val="A5A5A5"/>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dirty="0">
                          <a:solidFill>
                            <a:schemeClr val="tx1"/>
                          </a:solidFill>
                          <a:effectLst/>
                          <a:uFillTx/>
                          <a:latin typeface="Montserrat" panose="00000500000000000000" pitchFamily="2" charset="0"/>
                          <a:ea typeface="Montserrat"/>
                        </a:rPr>
                        <a:t>17,90 €</a:t>
                      </a:r>
                    </a:p>
                  </a:txBody>
                  <a:tcPr>
                    <a:lnL w="12240">
                      <a:solidFill>
                        <a:srgbClr val="A5A5A5"/>
                      </a:solidFill>
                      <a:prstDash val="solid"/>
                    </a:lnL>
                    <a:lnR w="12240" cap="flat" cmpd="sng" algn="ctr">
                      <a:solidFill>
                        <a:srgbClr val="A5A5A5"/>
                      </a:solidFill>
                      <a:prstDash val="solid"/>
                      <a:round/>
                      <a:headEnd type="none" w="med" len="med"/>
                      <a:tailEnd type="none" w="med" len="me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dirty="0">
                          <a:solidFill>
                            <a:schemeClr val="tx1"/>
                          </a:solidFill>
                          <a:effectLst/>
                          <a:uFillTx/>
                          <a:latin typeface="Montserrat" panose="00000500000000000000" pitchFamily="2" charset="0"/>
                          <a:ea typeface="Montserrat"/>
                        </a:rPr>
                        <a:t>17,90 €</a:t>
                      </a:r>
                    </a:p>
                  </a:txBody>
                  <a:tcPr>
                    <a:lnL w="12240">
                      <a:solidFill>
                        <a:srgbClr val="A5A5A5"/>
                      </a:solidFill>
                      <a:prstDash val="solid"/>
                    </a:lnL>
                    <a:lnR w="12240">
                      <a:solidFill>
                        <a:srgbClr val="93A299"/>
                      </a:solidFill>
                      <a:prstDash val="solid"/>
                    </a:lnR>
                    <a:lnT w="12240">
                      <a:solidFill>
                        <a:srgbClr val="A5A5A5"/>
                      </a:solidFill>
                      <a:prstDash val="solid"/>
                    </a:lnT>
                    <a:lnB w="12240">
                      <a:solidFill>
                        <a:srgbClr val="A5A5A5"/>
                      </a:solidFill>
                      <a:prstDash val="solid"/>
                    </a:lnB>
                    <a:solidFill>
                      <a:srgbClr val="EEF0EF"/>
                    </a:solidFill>
                  </a:tcPr>
                </a:tc>
                <a:extLst>
                  <a:ext uri="{0D108BD9-81ED-4DB2-BD59-A6C34878D82A}">
                    <a16:rowId xmlns:a16="http://schemas.microsoft.com/office/drawing/2014/main" val="10005"/>
                  </a:ext>
                </a:extLst>
              </a:tr>
              <a:tr h="523753">
                <a:tc>
                  <a:txBody>
                    <a:bodyPr/>
                    <a:lstStyle/>
                    <a:p>
                      <a:r>
                        <a:rPr lang="es-ES" sz="1600" b="0" u="none" strike="noStrike" dirty="0">
                          <a:solidFill>
                            <a:schemeClr val="tx1"/>
                          </a:solidFill>
                          <a:effectLst/>
                          <a:uFillTx/>
                          <a:latin typeface="Montserrat" panose="00000500000000000000" pitchFamily="2" charset="0"/>
                          <a:ea typeface="Montserrat"/>
                        </a:rPr>
                        <a:t>Controlador de motores TB6612FNG — DCM-0032 </a:t>
                      </a:r>
                    </a:p>
                  </a:txBody>
                  <a:tcPr>
                    <a:lnL w="12240">
                      <a:solidFill>
                        <a:srgbClr val="93A299"/>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chemeClr val="lt1"/>
                    </a:solidFill>
                  </a:tcPr>
                </a:tc>
                <a:tc>
                  <a:txBody>
                    <a:bodyPr/>
                    <a:lstStyle/>
                    <a:p>
                      <a:r>
                        <a:rPr lang="es-ES" sz="1600" b="0" u="none" strike="noStrike" dirty="0">
                          <a:solidFill>
                            <a:schemeClr val="tx1"/>
                          </a:solidFill>
                          <a:effectLst/>
                          <a:uFillTx/>
                          <a:latin typeface="Montserrat" panose="00000500000000000000" pitchFamily="2" charset="0"/>
                          <a:ea typeface="Montserrat"/>
                        </a:rPr>
                        <a:t>1</a:t>
                      </a:r>
                    </a:p>
                  </a:txBody>
                  <a:tcPr>
                    <a:lnL w="12240">
                      <a:solidFill>
                        <a:srgbClr val="A5A5A5"/>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chemeClr val="lt1"/>
                    </a:solidFill>
                  </a:tcPr>
                </a:tc>
                <a:tc>
                  <a:txBody>
                    <a:bodyPr/>
                    <a:lstStyle/>
                    <a:p>
                      <a:r>
                        <a:rPr lang="es-ES" sz="1600" b="0" u="none" strike="noStrike" dirty="0">
                          <a:solidFill>
                            <a:schemeClr val="tx1"/>
                          </a:solidFill>
                          <a:effectLst/>
                          <a:uFillTx/>
                          <a:latin typeface="Montserrat" panose="00000500000000000000" pitchFamily="2" charset="0"/>
                          <a:ea typeface="Montserrat"/>
                        </a:rPr>
                        <a:t>4,95 €</a:t>
                      </a:r>
                    </a:p>
                  </a:txBody>
                  <a:tcPr>
                    <a:lnL w="12240">
                      <a:solidFill>
                        <a:srgbClr val="A5A5A5"/>
                      </a:solidFill>
                      <a:prstDash val="solid"/>
                    </a:lnL>
                    <a:lnR w="12240" cap="flat" cmpd="sng" algn="ctr">
                      <a:solidFill>
                        <a:srgbClr val="A5A5A5"/>
                      </a:solidFill>
                      <a:prstDash val="solid"/>
                      <a:round/>
                      <a:headEnd type="none" w="med" len="med"/>
                      <a:tailEnd type="none" w="med" len="med"/>
                    </a:lnR>
                    <a:lnT w="12240">
                      <a:solidFill>
                        <a:srgbClr val="A5A5A5"/>
                      </a:solidFill>
                      <a:prstDash val="solid"/>
                    </a:lnT>
                    <a:lnB w="12240">
                      <a:solidFill>
                        <a:srgbClr val="A5A5A5"/>
                      </a:solidFill>
                      <a:prstDash val="solid"/>
                    </a:lnB>
                    <a:solidFill>
                      <a:schemeClr val="lt1"/>
                    </a:solidFill>
                  </a:tcPr>
                </a:tc>
                <a:tc>
                  <a:txBody>
                    <a:bodyPr/>
                    <a:lstStyle/>
                    <a:p>
                      <a:r>
                        <a:rPr lang="es-ES" sz="1600" b="0" u="none" strike="noStrike" dirty="0">
                          <a:solidFill>
                            <a:schemeClr val="tx1"/>
                          </a:solidFill>
                          <a:effectLst/>
                          <a:uFillTx/>
                          <a:latin typeface="Montserrat" panose="00000500000000000000" pitchFamily="2" charset="0"/>
                          <a:ea typeface="Montserrat"/>
                        </a:rPr>
                        <a:t>4,95 €</a:t>
                      </a:r>
                    </a:p>
                  </a:txBody>
                  <a:tcPr>
                    <a:lnL w="12240">
                      <a:solidFill>
                        <a:srgbClr val="A5A5A5"/>
                      </a:solidFill>
                      <a:prstDash val="solid"/>
                    </a:lnL>
                    <a:lnR w="12240">
                      <a:solidFill>
                        <a:srgbClr val="93A299"/>
                      </a:solidFill>
                      <a:prstDash val="solid"/>
                    </a:lnR>
                    <a:lnT w="12240">
                      <a:solidFill>
                        <a:srgbClr val="A5A5A5"/>
                      </a:solidFill>
                      <a:prstDash val="solid"/>
                    </a:lnT>
                    <a:lnB w="12240">
                      <a:solidFill>
                        <a:srgbClr val="A5A5A5"/>
                      </a:solidFill>
                      <a:prstDash val="solid"/>
                    </a:lnB>
                    <a:solidFill>
                      <a:schemeClr val="lt1"/>
                    </a:solidFill>
                  </a:tcPr>
                </a:tc>
                <a:extLst>
                  <a:ext uri="{0D108BD9-81ED-4DB2-BD59-A6C34878D82A}">
                    <a16:rowId xmlns:a16="http://schemas.microsoft.com/office/drawing/2014/main" val="10006"/>
                  </a:ext>
                </a:extLst>
              </a:tr>
              <a:tr h="523753">
                <a:tc>
                  <a:txBody>
                    <a:bodyPr/>
                    <a:lstStyle/>
                    <a:p>
                      <a:r>
                        <a:rPr lang="es-ES" sz="1600" b="0" u="none" strike="noStrike" dirty="0">
                          <a:solidFill>
                            <a:schemeClr val="tx1"/>
                          </a:solidFill>
                          <a:effectLst/>
                          <a:uFillTx/>
                          <a:latin typeface="Montserrat" panose="00000500000000000000" pitchFamily="2" charset="0"/>
                          <a:ea typeface="Montserrat"/>
                        </a:rPr>
                        <a:t>Array de sensores infrarrojos QTR-8RC (Digital) — SEN-0017</a:t>
                      </a:r>
                    </a:p>
                  </a:txBody>
                  <a:tcPr>
                    <a:lnL w="12240">
                      <a:solidFill>
                        <a:srgbClr val="93A299"/>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dirty="0">
                          <a:solidFill>
                            <a:schemeClr val="tx1"/>
                          </a:solidFill>
                          <a:effectLst/>
                          <a:uFillTx/>
                          <a:latin typeface="Montserrat" panose="00000500000000000000" pitchFamily="2" charset="0"/>
                          <a:ea typeface="Montserrat"/>
                        </a:rPr>
                        <a:t>1</a:t>
                      </a:r>
                    </a:p>
                  </a:txBody>
                  <a:tcPr>
                    <a:lnL w="12240">
                      <a:solidFill>
                        <a:srgbClr val="A5A5A5"/>
                      </a:solidFill>
                      <a:prstDash val="solid"/>
                    </a:lnL>
                    <a:lnR w="12240">
                      <a:solidFill>
                        <a:srgbClr val="A5A5A5"/>
                      </a:solidFill>
                      <a:prstDash val="soli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dirty="0">
                          <a:solidFill>
                            <a:schemeClr val="tx1"/>
                          </a:solidFill>
                          <a:effectLst/>
                          <a:uFillTx/>
                          <a:latin typeface="Montserrat" panose="00000500000000000000" pitchFamily="2" charset="0"/>
                          <a:ea typeface="Montserrat"/>
                        </a:rPr>
                        <a:t>9,95 €</a:t>
                      </a:r>
                    </a:p>
                  </a:txBody>
                  <a:tcPr>
                    <a:lnL w="12240">
                      <a:solidFill>
                        <a:srgbClr val="A5A5A5"/>
                      </a:solidFill>
                      <a:prstDash val="solid"/>
                    </a:lnL>
                    <a:lnR w="12240" cap="flat" cmpd="sng" algn="ctr">
                      <a:solidFill>
                        <a:srgbClr val="A5A5A5"/>
                      </a:solidFill>
                      <a:prstDash val="solid"/>
                      <a:round/>
                      <a:headEnd type="none" w="med" len="med"/>
                      <a:tailEnd type="none" w="med" len="med"/>
                    </a:lnR>
                    <a:lnT w="12240">
                      <a:solidFill>
                        <a:srgbClr val="A5A5A5"/>
                      </a:solidFill>
                      <a:prstDash val="solid"/>
                    </a:lnT>
                    <a:lnB w="12240">
                      <a:solidFill>
                        <a:srgbClr val="A5A5A5"/>
                      </a:solidFill>
                      <a:prstDash val="solid"/>
                    </a:lnB>
                    <a:solidFill>
                      <a:srgbClr val="EEF0EF"/>
                    </a:solidFill>
                  </a:tcPr>
                </a:tc>
                <a:tc>
                  <a:txBody>
                    <a:bodyPr/>
                    <a:lstStyle/>
                    <a:p>
                      <a:r>
                        <a:rPr lang="es-ES" sz="1600" b="0" u="none" strike="noStrike" dirty="0">
                          <a:solidFill>
                            <a:schemeClr val="tx1"/>
                          </a:solidFill>
                          <a:effectLst/>
                          <a:uFillTx/>
                          <a:latin typeface="Montserrat" panose="00000500000000000000" pitchFamily="2" charset="0"/>
                          <a:ea typeface="Montserrat"/>
                        </a:rPr>
                        <a:t>9,95 €</a:t>
                      </a:r>
                    </a:p>
                  </a:txBody>
                  <a:tcPr>
                    <a:lnL w="12240">
                      <a:solidFill>
                        <a:srgbClr val="A5A5A5"/>
                      </a:solidFill>
                      <a:prstDash val="solid"/>
                    </a:lnL>
                    <a:lnR w="12240">
                      <a:solidFill>
                        <a:srgbClr val="93A299"/>
                      </a:solidFill>
                      <a:prstDash val="solid"/>
                    </a:lnR>
                    <a:lnT w="12240">
                      <a:solidFill>
                        <a:srgbClr val="A5A5A5"/>
                      </a:solidFill>
                      <a:prstDash val="solid"/>
                    </a:lnT>
                    <a:lnB w="12240">
                      <a:solidFill>
                        <a:srgbClr val="A5A5A5"/>
                      </a:solidFill>
                      <a:prstDash val="solid"/>
                    </a:lnB>
                    <a:solidFill>
                      <a:srgbClr val="EEF0EF"/>
                    </a:solidFill>
                  </a:tcPr>
                </a:tc>
                <a:extLst>
                  <a:ext uri="{0D108BD9-81ED-4DB2-BD59-A6C34878D82A}">
                    <a16:rowId xmlns:a16="http://schemas.microsoft.com/office/drawing/2014/main" val="10007"/>
                  </a:ext>
                </a:extLst>
              </a:tr>
              <a:tr h="299287">
                <a:tc gridSpan="3">
                  <a:txBody>
                    <a:bodyPr/>
                    <a:lstStyle/>
                    <a:p>
                      <a:pPr>
                        <a:lnSpc>
                          <a:spcPct val="100000"/>
                        </a:lnSpc>
                        <a:tabLst>
                          <a:tab pos="0" algn="l"/>
                        </a:tabLst>
                      </a:pPr>
                      <a:r>
                        <a:rPr lang="en-US" sz="1600" b="1" u="none" strike="noStrike" dirty="0">
                          <a:solidFill>
                            <a:schemeClr val="dk1"/>
                          </a:solidFill>
                          <a:effectLst/>
                          <a:uFillTx/>
                          <a:latin typeface="Montserrat"/>
                          <a:ea typeface="Montserrat"/>
                        </a:rPr>
                        <a:t>TOTAL:</a:t>
                      </a:r>
                      <a:endParaRPr lang="es-ES" sz="1600" b="0" u="none" strike="noStrike" dirty="0">
                        <a:solidFill>
                          <a:srgbClr val="000000"/>
                        </a:solidFill>
                        <a:effectLst/>
                        <a:uFillTx/>
                        <a:latin typeface="Arial"/>
                      </a:endParaRPr>
                    </a:p>
                  </a:txBody>
                  <a:tcPr>
                    <a:lnL w="12240">
                      <a:solidFill>
                        <a:srgbClr val="93A299"/>
                      </a:solidFill>
                      <a:prstDash val="solid"/>
                    </a:lnL>
                    <a:lnR w="12240" cap="flat" cmpd="sng" algn="ctr">
                      <a:solidFill>
                        <a:srgbClr val="A5A5A5"/>
                      </a:solidFill>
                      <a:prstDash val="solid"/>
                      <a:round/>
                      <a:headEnd type="none" w="med" len="med"/>
                      <a:tailEnd type="none" w="med" len="med"/>
                    </a:lnR>
                    <a:lnT w="12240" cap="flat" cmpd="sng" algn="ctr">
                      <a:solidFill>
                        <a:srgbClr val="A5A5A5"/>
                      </a:solidFill>
                      <a:prstDash val="solid"/>
                      <a:round/>
                      <a:headEnd type="none" w="med" len="med"/>
                      <a:tailEnd type="none" w="med" len="med"/>
                    </a:lnT>
                    <a:lnB w="12240">
                      <a:solidFill>
                        <a:srgbClr val="93A299"/>
                      </a:solidFill>
                      <a:prstDash val="solid"/>
                    </a:lnB>
                    <a:solidFill>
                      <a:srgbClr val="EEF0EF"/>
                    </a:solid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es-E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r>
                        <a:rPr lang="es-ES" sz="1600" b="1" u="none" strike="noStrike" dirty="0">
                          <a:solidFill>
                            <a:schemeClr val="dk1"/>
                          </a:solidFill>
                          <a:effectLst/>
                          <a:uFillTx/>
                          <a:latin typeface="Montserrat"/>
                          <a:ea typeface="Montserrat"/>
                        </a:rPr>
                        <a:t>129,10 €</a:t>
                      </a:r>
                    </a:p>
                  </a:txBody>
                  <a:tcPr>
                    <a:lnL w="12240" cap="flat" cmpd="sng" algn="ctr">
                      <a:solidFill>
                        <a:srgbClr val="A5A5A5"/>
                      </a:solidFill>
                      <a:prstDash val="solid"/>
                      <a:round/>
                      <a:headEnd type="none" w="med" len="med"/>
                      <a:tailEnd type="none" w="med" len="med"/>
                    </a:lnL>
                    <a:lnR w="12240">
                      <a:solidFill>
                        <a:srgbClr val="93A299"/>
                      </a:solidFill>
                      <a:prstDash val="solid"/>
                    </a:lnR>
                    <a:lnT w="12240" cap="flat" cmpd="sng" algn="ctr">
                      <a:solidFill>
                        <a:srgbClr val="A5A5A5"/>
                      </a:solidFill>
                      <a:prstDash val="solid"/>
                      <a:round/>
                      <a:headEnd type="none" w="med" len="med"/>
                      <a:tailEnd type="none" w="med" len="med"/>
                    </a:lnT>
                    <a:lnB w="12240">
                      <a:solidFill>
                        <a:srgbClr val="93A299"/>
                      </a:solidFill>
                      <a:prstDash val="solid"/>
                    </a:lnB>
                    <a:solidFill>
                      <a:srgbClr val="EEF0E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67640" y="2404080"/>
            <a:ext cx="8229240" cy="990360"/>
          </a:xfrm>
          <a:prstGeom prst="rect">
            <a:avLst/>
          </a:prstGeom>
          <a:noFill/>
          <a:ln w="0">
            <a:noFill/>
          </a:ln>
        </p:spPr>
        <p:txBody>
          <a:bodyPr lIns="91440" tIns="45720" rIns="91440" bIns="45720" anchor="ctr">
            <a:normAutofit/>
          </a:bodyPr>
          <a:lstStyle/>
          <a:p>
            <a:pPr indent="0">
              <a:lnSpc>
                <a:spcPct val="100000"/>
              </a:lnSpc>
              <a:buNone/>
              <a:tabLst>
                <a:tab pos="0" algn="l"/>
              </a:tabLst>
            </a:pPr>
            <a:r>
              <a:rPr lang="en-US" sz="3200" b="0" u="none" strike="noStrike">
                <a:solidFill>
                  <a:schemeClr val="dk2"/>
                </a:solidFill>
                <a:effectLst/>
                <a:uFillTx/>
                <a:latin typeface="Arial"/>
                <a:ea typeface="Arial"/>
              </a:rPr>
              <a:t>Other relevant links</a:t>
            </a:r>
            <a:endParaRPr lang="es-ES" sz="3200" b="0" u="none" strike="noStrike">
              <a:solidFill>
                <a:srgbClr val="000000"/>
              </a:solidFill>
              <a:effectLst/>
              <a:uFillTx/>
              <a:latin typeface="Arial"/>
            </a:endParaRPr>
          </a:p>
        </p:txBody>
      </p:sp>
      <p:sp>
        <p:nvSpPr>
          <p:cNvPr id="93" name="PlaceHolder 2"/>
          <p:cNvSpPr>
            <a:spLocks noGrp="1"/>
          </p:cNvSpPr>
          <p:nvPr>
            <p:ph/>
          </p:nvPr>
        </p:nvSpPr>
        <p:spPr>
          <a:xfrm>
            <a:off x="467640" y="3471120"/>
            <a:ext cx="8229240" cy="2659320"/>
          </a:xfrm>
          <a:prstGeom prst="rect">
            <a:avLst/>
          </a:prstGeom>
          <a:noFill/>
          <a:ln w="0">
            <a:noFill/>
          </a:ln>
        </p:spPr>
        <p:txBody>
          <a:bodyPr lIns="91440" tIns="45720" rIns="91440" bIns="45720" anchor="t">
            <a:normAutofit/>
          </a:bodyPr>
          <a:lstStyle/>
          <a:p>
            <a:pPr marL="432000" indent="-324000">
              <a:spcBef>
                <a:spcPts val="1191"/>
              </a:spcBef>
              <a:spcAft>
                <a:spcPts val="992"/>
              </a:spcAft>
              <a:buClr>
                <a:srgbClr val="000000"/>
              </a:buClr>
              <a:buSzPct val="45000"/>
              <a:buFont typeface="Wingdings" charset="2"/>
              <a:buChar char=""/>
            </a:pPr>
            <a:r>
              <a:rPr lang="es-ES" sz="1000" b="0" u="none" strike="noStrike">
                <a:solidFill>
                  <a:srgbClr val="000000"/>
                </a:solidFill>
                <a:effectLst/>
                <a:uFillTx/>
                <a:latin typeface="Arial"/>
                <a:hlinkClick r:id="rId2"/>
              </a:rPr>
              <a:t>The Fastest Maze-Solving Competition On Earth</a:t>
            </a:r>
            <a:r>
              <a:rPr lang="es-ES" sz="1000" b="0" u="none" strike="noStrike">
                <a:solidFill>
                  <a:srgbClr val="000000"/>
                </a:solidFill>
                <a:effectLst/>
                <a:uFillTx/>
                <a:latin typeface="Arial"/>
              </a:rPr>
              <a:t> </a:t>
            </a:r>
          </a:p>
          <a:p>
            <a:pPr indent="0">
              <a:spcBef>
                <a:spcPts val="1191"/>
              </a:spcBef>
              <a:spcAft>
                <a:spcPts val="992"/>
              </a:spcAft>
              <a:buNone/>
            </a:pPr>
            <a:endParaRPr lang="es-ES" sz="1000" b="0" u="none" strike="noStrike">
              <a:solidFill>
                <a:srgbClr val="000000"/>
              </a:solidFill>
              <a:effectLst/>
              <a:uFillTx/>
              <a:latin typeface="Arial"/>
            </a:endParaRPr>
          </a:p>
          <a:p>
            <a:pPr indent="0">
              <a:spcBef>
                <a:spcPts val="1191"/>
              </a:spcBef>
              <a:spcAft>
                <a:spcPts val="992"/>
              </a:spcAft>
              <a:buNone/>
            </a:pPr>
            <a:endParaRPr lang="es-ES" sz="1000" b="0" u="none" strike="noStrike">
              <a:solidFill>
                <a:srgbClr val="000000"/>
              </a:solidFill>
              <a:effectLst/>
              <a:uFillTx/>
              <a:latin typeface="Arial"/>
            </a:endParaRPr>
          </a:p>
          <a:p>
            <a:pPr indent="0">
              <a:spcBef>
                <a:spcPts val="1191"/>
              </a:spcBef>
              <a:spcAft>
                <a:spcPts val="992"/>
              </a:spcAft>
              <a:buNone/>
            </a:pPr>
            <a:endParaRPr lang="es-ES" sz="1000" b="0" u="none" strike="noStrike">
              <a:solidFill>
                <a:srgbClr val="000000"/>
              </a:solidFill>
              <a:effectLst/>
              <a:uFillTx/>
              <a:latin typeface="Arial"/>
            </a:endParaRPr>
          </a:p>
        </p:txBody>
      </p:sp>
      <p:sp>
        <p:nvSpPr>
          <p:cNvPr id="94" name="Google Shape;114;p3"/>
          <p:cNvSpPr/>
          <p:nvPr/>
        </p:nvSpPr>
        <p:spPr>
          <a:xfrm>
            <a:off x="467640" y="627840"/>
            <a:ext cx="8229240" cy="99036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85000" lnSpcReduction="19999"/>
          </a:bodyPr>
          <a:lstStyle/>
          <a:p>
            <a:pPr>
              <a:lnSpc>
                <a:spcPct val="100000"/>
              </a:lnSpc>
              <a:tabLst>
                <a:tab pos="0" algn="l"/>
              </a:tabLst>
            </a:pPr>
            <a:r>
              <a:rPr lang="en-US" sz="4000" b="0" u="none" strike="noStrike">
                <a:solidFill>
                  <a:schemeClr val="dk2"/>
                </a:solidFill>
                <a:effectLst/>
                <a:uFillTx/>
                <a:latin typeface="Arial"/>
                <a:ea typeface="Arial"/>
              </a:rPr>
              <a:t>Internet project in which my robot is inspired</a:t>
            </a:r>
            <a:endParaRPr lang="es-ES" sz="40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CuadroTexto 94"/>
          <p:cNvSpPr txBox="1"/>
          <p:nvPr/>
        </p:nvSpPr>
        <p:spPr>
          <a:xfrm>
            <a:off x="0" y="1440000"/>
            <a:ext cx="9307800" cy="5037480"/>
          </a:xfrm>
          <a:prstGeom prst="rect">
            <a:avLst/>
          </a:prstGeom>
          <a:noFill/>
          <a:ln w="0">
            <a:noFill/>
          </a:ln>
        </p:spPr>
        <p:txBody>
          <a:bodyPr lIns="90000" tIns="45000" rIns="90000" bIns="45000" anchor="t">
            <a:spAutoFit/>
          </a:bodyPr>
          <a:lstStyle/>
          <a:p>
            <a:r>
              <a:rPr lang="es-ES" sz="1400" b="0" u="none" strike="noStrike">
                <a:solidFill>
                  <a:srgbClr val="000000"/>
                </a:solidFill>
                <a:effectLst/>
                <a:uFillTx/>
                <a:latin typeface="Arial"/>
              </a:rPr>
              <a:t>La propuesta del proyecto consiste en diseñar una experiencia interactiva en la que el usuario disponga únicamente de información parcial sobre el estado real del sistema. El objetivo es proporcionar datos suficientes para que pueda tomar decisiones y realizar apuestas con cierto criterio, manteniendo al mismo tiempo un nivel de incertidumbre que introduzca riesgo y haga la experiencia más atractiva.</a:t>
            </a:r>
          </a:p>
          <a:p>
            <a:r>
              <a:rPr lang="es-ES" sz="1400" b="0" u="none" strike="noStrike">
                <a:solidFill>
                  <a:srgbClr val="000000"/>
                </a:solidFill>
                <a:effectLst/>
                <a:uFillTx/>
                <a:latin typeface="Arial"/>
              </a:rPr>
              <a:t>Desde el punto de vista robótico, el sistema se basa en un maze solver implementado sobre un laberinto físico construido sobre una mesa. Dicho laberinto se modelará conceptualmente como un grafo, de modo que su resolución pueda abordarse como un problema de navegación sobre nodos y aristas. Además, se incorporarán obstáculos físicos que aumenten la dificultad del recorrido y condicionen la resolución del grafo.</a:t>
            </a:r>
          </a:p>
          <a:p>
            <a:r>
              <a:rPr lang="es-ES" sz="1400" b="0" u="none" strike="noStrike">
                <a:solidFill>
                  <a:srgbClr val="000000"/>
                </a:solidFill>
                <a:effectLst/>
                <a:uFillTx/>
                <a:latin typeface="Arial"/>
              </a:rPr>
              <a:t>El sistema contará con una cámara cenital, que se utilizará internamente para obtener una visión global del entorno y asistir en la resolución del laberinto. Paralelamente, el robot dispondrá de una cámara en primera persona, cuya señal será la que se retransmitirá a los usuarios, de forma que su percepción del entorno sea limitada y parcial.</a:t>
            </a:r>
          </a:p>
          <a:p>
            <a:r>
              <a:rPr lang="es-ES" sz="1400" b="0" u="none" strike="noStrike">
                <a:solidFill>
                  <a:srgbClr val="000000"/>
                </a:solidFill>
                <a:effectLst/>
                <a:uFillTx/>
                <a:latin typeface="Arial"/>
              </a:rPr>
              <a:t>Como capa de interacción, la plataforma incluirá una página web desde la cual los usuarios podrán realizar apuestas relacionadas con el comportamiento o el desempeño del robot durante la ejecución.</a:t>
            </a:r>
          </a:p>
          <a:p>
            <a:r>
              <a:rPr lang="es-ES" sz="1400" b="0" u="none" strike="noStrike">
                <a:solidFill>
                  <a:srgbClr val="000000"/>
                </a:solidFill>
                <a:effectLst/>
                <a:uFillTx/>
                <a:latin typeface="Arial"/>
              </a:rPr>
              <a:t>Adicionalmente, se contempla la posibilidad de incorporar mecanismos de interacción directa por parte de los usuarios, en una línea similar a las dinámicas de plataformas de streaming como Twitch. Estas interacciones podrían alterar temporalmente ciertas condiciones del sistema, por ejemplo limitando la información visual disponible, habilitando vistas parciales adicionales o introduciendo comandos puntuales que afecten al comportamiento del robo</a:t>
            </a:r>
          </a:p>
          <a:p>
            <a:endParaRPr lang="es-ES" sz="10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TotalTime>
  <Words>462</Words>
  <Application>Microsoft Office PowerPoint</Application>
  <PresentationFormat>Presentación en pantalla (4:3)</PresentationFormat>
  <Paragraphs>53</Paragraphs>
  <Slides>4</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vt:i4>
      </vt:variant>
    </vt:vector>
  </HeadingPairs>
  <TitlesOfParts>
    <vt:vector size="10" baseType="lpstr">
      <vt:lpstr>Arial</vt:lpstr>
      <vt:lpstr>Montserrat</vt:lpstr>
      <vt:lpstr>Symbol</vt:lpstr>
      <vt:lpstr>Times New Roman</vt:lpstr>
      <vt:lpstr>Wingdings</vt:lpstr>
      <vt:lpstr>Clarity</vt:lpstr>
      <vt:lpstr>#ROBOBET</vt:lpstr>
      <vt:lpstr># ROBOBET</vt:lpstr>
      <vt:lpstr>Other relevant links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 NAME</dc:title>
  <dc:subject/>
  <dc:creator>Fernando Vilariño</dc:creator>
  <dc:description/>
  <cp:lastModifiedBy>Roger Novas</cp:lastModifiedBy>
  <cp:revision>9</cp:revision>
  <dcterms:created xsi:type="dcterms:W3CDTF">2017-02-15T08:09:33Z</dcterms:created>
  <dcterms:modified xsi:type="dcterms:W3CDTF">2026-03-11T20:51:55Z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vt:i4>
  </property>
  <property fmtid="{D5CDD505-2E9C-101B-9397-08002B2CF9AE}" pid="3" name="PresentationFormat">
    <vt:lpwstr>On-screen Show (4:3)</vt:lpwstr>
  </property>
  <property fmtid="{D5CDD505-2E9C-101B-9397-08002B2CF9AE}" pid="4" name="Slides">
    <vt:i4>3</vt:i4>
  </property>
</Properties>
</file>